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 id="2147483702" r:id="rId2"/>
    <p:sldMasterId id="2147483686" r:id="rId3"/>
  </p:sldMasterIdLst>
  <p:notesMasterIdLst>
    <p:notesMasterId r:id="rId11"/>
  </p:notesMasterIdLst>
  <p:handoutMasterIdLst>
    <p:handoutMasterId r:id="rId12"/>
  </p:handoutMasterIdLst>
  <p:sldIdLst>
    <p:sldId id="277" r:id="rId4"/>
    <p:sldId id="399" r:id="rId5"/>
    <p:sldId id="400" r:id="rId6"/>
    <p:sldId id="401" r:id="rId7"/>
    <p:sldId id="402" r:id="rId8"/>
    <p:sldId id="403" r:id="rId9"/>
    <p:sldId id="404"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D8137"/>
    <a:srgbClr val="BC8F00"/>
    <a:srgbClr val="860000"/>
    <a:srgbClr val="00B0F0"/>
    <a:srgbClr val="1B3F5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0074" autoAdjust="0"/>
    <p:restoredTop sz="94660" autoAdjust="0"/>
  </p:normalViewPr>
  <p:slideViewPr>
    <p:cSldViewPr snapToGrid="0">
      <p:cViewPr>
        <p:scale>
          <a:sx n="75" d="100"/>
          <a:sy n="75" d="100"/>
        </p:scale>
        <p:origin x="1128" y="192"/>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notesViewPr>
    <p:cSldViewPr snapToGrid="0">
      <p:cViewPr varScale="1">
        <p:scale>
          <a:sx n="67" d="100"/>
          <a:sy n="67" d="100"/>
        </p:scale>
        <p:origin x="-3168" y="-77"/>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presProps" Target="presProps.xml"/><Relationship Id="rId3" Type="http://schemas.openxmlformats.org/officeDocument/2006/relationships/slideMaster" Target="slideMasters/slideMaster3.xml"/><Relationship Id="rId7" Type="http://schemas.openxmlformats.org/officeDocument/2006/relationships/slide" Target="slides/slide4.xml"/><Relationship Id="rId12" Type="http://schemas.openxmlformats.org/officeDocument/2006/relationships/handoutMaster" Target="handoutMasters/handoutMaster1.xml"/><Relationship Id="rId2" Type="http://schemas.openxmlformats.org/officeDocument/2006/relationships/slideMaster" Target="slideMasters/slideMaster2.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notesMaster" Target="notesMasters/notesMaster1.xml"/><Relationship Id="rId5" Type="http://schemas.openxmlformats.org/officeDocument/2006/relationships/slide" Target="slides/slide2.xml"/><Relationship Id="rId15" Type="http://schemas.openxmlformats.org/officeDocument/2006/relationships/theme" Target="theme/theme1.xml"/><Relationship Id="rId10" Type="http://schemas.openxmlformats.org/officeDocument/2006/relationships/slide" Target="slides/slide7.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2CDA8E9-9948-4BC7-A1DE-415AE6D34228}" type="datetimeFigureOut">
              <a:rPr lang="en-US" smtClean="0"/>
              <a:pPr/>
              <a:t>1/31/2026</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9B5F544-A886-482E-AF73-1D6364AAC657}" type="slidenum">
              <a:rPr lang="en-US" smtClean="0"/>
              <a:pPr/>
              <a:t>‹#›</a:t>
            </a:fld>
            <a:endParaRPr lang="en-US"/>
          </a:p>
        </p:txBody>
      </p:sp>
    </p:spTree>
    <p:extLst>
      <p:ext uri="{BB962C8B-B14F-4D97-AF65-F5344CB8AC3E}">
        <p14:creationId xmlns:p14="http://schemas.microsoft.com/office/powerpoint/2010/main" val="225191961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5A4AE53-78AB-4E30-A376-70F5FA87A326}" type="datetimeFigureOut">
              <a:rPr lang="en-US" smtClean="0"/>
              <a:pPr/>
              <a:t>1/31/2026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0732FBC-CC67-4B17-8935-02F23E3364AC}" type="slidenum">
              <a:rPr lang="en-US" smtClean="0"/>
              <a:pPr/>
              <a:t>‹#›</a:t>
            </a:fld>
            <a:endParaRPr lang="en-US"/>
          </a:p>
        </p:txBody>
      </p:sp>
    </p:spTree>
    <p:extLst>
      <p:ext uri="{BB962C8B-B14F-4D97-AF65-F5344CB8AC3E}">
        <p14:creationId xmlns:p14="http://schemas.microsoft.com/office/powerpoint/2010/main" val="2540555822"/>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3722197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4513695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4117143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7122016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8012169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8812041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783193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6918609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5247627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40508157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13449416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Титульный слайд">
    <p:spTree>
      <p:nvGrpSpPr>
        <p:cNvPr id="1" name=""/>
        <p:cNvGrpSpPr/>
        <p:nvPr/>
      </p:nvGrpSpPr>
      <p:grpSpPr>
        <a:xfrm>
          <a:off x="0" y="0"/>
          <a:ext cx="0" cy="0"/>
          <a:chOff x="0" y="0"/>
          <a:chExt cx="0" cy="0"/>
        </a:xfrm>
      </p:grpSpPr>
      <p:sp>
        <p:nvSpPr>
          <p:cNvPr id="3" name="Прямоугольник 1"/>
          <p:cNvSpPr/>
          <p:nvPr userDrawn="1"/>
        </p:nvSpPr>
        <p:spPr>
          <a:xfrm>
            <a:off x="-19050" y="1905000"/>
            <a:ext cx="12211050" cy="4953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4" name="Прямоугольник 8"/>
          <p:cNvSpPr/>
          <p:nvPr userDrawn="1"/>
        </p:nvSpPr>
        <p:spPr>
          <a:xfrm>
            <a:off x="-19050" y="0"/>
            <a:ext cx="12211050" cy="4438650"/>
          </a:xfrm>
          <a:custGeom>
            <a:avLst/>
            <a:gdLst>
              <a:gd name="connsiteX0" fmla="*/ 0 w 12192000"/>
              <a:gd name="connsiteY0" fmla="*/ 0 h 4133850"/>
              <a:gd name="connsiteX1" fmla="*/ 12192000 w 12192000"/>
              <a:gd name="connsiteY1" fmla="*/ 0 h 4133850"/>
              <a:gd name="connsiteX2" fmla="*/ 12192000 w 12192000"/>
              <a:gd name="connsiteY2" fmla="*/ 4133850 h 4133850"/>
              <a:gd name="connsiteX3" fmla="*/ 0 w 12192000"/>
              <a:gd name="connsiteY3" fmla="*/ 4133850 h 4133850"/>
              <a:gd name="connsiteX4" fmla="*/ 0 w 12192000"/>
              <a:gd name="connsiteY4" fmla="*/ 0 h 4133850"/>
              <a:gd name="connsiteX0" fmla="*/ 19050 w 12211050"/>
              <a:gd name="connsiteY0" fmla="*/ 0 h 4133850"/>
              <a:gd name="connsiteX1" fmla="*/ 12211050 w 12211050"/>
              <a:gd name="connsiteY1" fmla="*/ 0 h 4133850"/>
              <a:gd name="connsiteX2" fmla="*/ 12211050 w 12211050"/>
              <a:gd name="connsiteY2" fmla="*/ 4133850 h 4133850"/>
              <a:gd name="connsiteX3" fmla="*/ 0 w 12211050"/>
              <a:gd name="connsiteY3" fmla="*/ 3219450 h 4133850"/>
              <a:gd name="connsiteX4" fmla="*/ 19050 w 12211050"/>
              <a:gd name="connsiteY4" fmla="*/ 0 h 4133850"/>
              <a:gd name="connsiteX0" fmla="*/ 19050 w 12211050"/>
              <a:gd name="connsiteY0" fmla="*/ 0 h 4438650"/>
              <a:gd name="connsiteX1" fmla="*/ 12211050 w 12211050"/>
              <a:gd name="connsiteY1" fmla="*/ 0 h 4438650"/>
              <a:gd name="connsiteX2" fmla="*/ 12211050 w 12211050"/>
              <a:gd name="connsiteY2" fmla="*/ 4438650 h 4438650"/>
              <a:gd name="connsiteX3" fmla="*/ 0 w 12211050"/>
              <a:gd name="connsiteY3" fmla="*/ 3219450 h 4438650"/>
              <a:gd name="connsiteX4" fmla="*/ 19050 w 12211050"/>
              <a:gd name="connsiteY4" fmla="*/ 0 h 4438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11050" h="4438650">
                <a:moveTo>
                  <a:pt x="19050" y="0"/>
                </a:moveTo>
                <a:lnTo>
                  <a:pt x="12211050" y="0"/>
                </a:lnTo>
                <a:lnTo>
                  <a:pt x="12211050" y="4438650"/>
                </a:lnTo>
                <a:lnTo>
                  <a:pt x="0" y="3219450"/>
                </a:lnTo>
                <a:lnTo>
                  <a:pt x="19050" y="0"/>
                </a:lnTo>
                <a:close/>
              </a:path>
            </a:pathLst>
          </a:cu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5" name="Прямоугольник 3"/>
          <p:cNvSpPr/>
          <p:nvPr userDrawn="1"/>
        </p:nvSpPr>
        <p:spPr>
          <a:xfrm>
            <a:off x="1085850" y="1009650"/>
            <a:ext cx="10020300" cy="5238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8" name="Рисунок 7"/>
          <p:cNvSpPr>
            <a:spLocks noGrp="1"/>
          </p:cNvSpPr>
          <p:nvPr>
            <p:ph type="pic" sz="quarter" idx="10"/>
          </p:nvPr>
        </p:nvSpPr>
        <p:spPr>
          <a:xfrm>
            <a:off x="1847850" y="2819400"/>
            <a:ext cx="8496300" cy="2800350"/>
          </a:xfrm>
          <a:prstGeom prst="rect">
            <a:avLst/>
          </a:prstGeom>
        </p:spPr>
        <p:txBody>
          <a:bodyPr/>
          <a:lstStyle/>
          <a:p>
            <a:pPr lvl="0"/>
            <a:endParaRPr lang="ru-RU" noProof="0" dirty="0"/>
          </a:p>
        </p:txBody>
      </p:sp>
    </p:spTree>
    <p:extLst>
      <p:ext uri="{BB962C8B-B14F-4D97-AF65-F5344CB8AC3E}">
        <p14:creationId xmlns:p14="http://schemas.microsoft.com/office/powerpoint/2010/main" val="39740816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37221975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45136952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41171434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71220167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80121695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88120412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7831933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69186090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52476270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405081576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13449416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Титульный слайд">
    <p:spTree>
      <p:nvGrpSpPr>
        <p:cNvPr id="1" name=""/>
        <p:cNvGrpSpPr/>
        <p:nvPr/>
      </p:nvGrpSpPr>
      <p:grpSpPr>
        <a:xfrm>
          <a:off x="0" y="0"/>
          <a:ext cx="0" cy="0"/>
          <a:chOff x="0" y="0"/>
          <a:chExt cx="0" cy="0"/>
        </a:xfrm>
      </p:grpSpPr>
      <p:sp>
        <p:nvSpPr>
          <p:cNvPr id="3" name="Прямоугольник 1"/>
          <p:cNvSpPr/>
          <p:nvPr userDrawn="1"/>
        </p:nvSpPr>
        <p:spPr>
          <a:xfrm>
            <a:off x="-19050" y="1905000"/>
            <a:ext cx="12211050" cy="4953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4" name="Прямоугольник 8"/>
          <p:cNvSpPr/>
          <p:nvPr userDrawn="1"/>
        </p:nvSpPr>
        <p:spPr>
          <a:xfrm>
            <a:off x="-19050" y="0"/>
            <a:ext cx="12211050" cy="4438650"/>
          </a:xfrm>
          <a:custGeom>
            <a:avLst/>
            <a:gdLst>
              <a:gd name="connsiteX0" fmla="*/ 0 w 12192000"/>
              <a:gd name="connsiteY0" fmla="*/ 0 h 4133850"/>
              <a:gd name="connsiteX1" fmla="*/ 12192000 w 12192000"/>
              <a:gd name="connsiteY1" fmla="*/ 0 h 4133850"/>
              <a:gd name="connsiteX2" fmla="*/ 12192000 w 12192000"/>
              <a:gd name="connsiteY2" fmla="*/ 4133850 h 4133850"/>
              <a:gd name="connsiteX3" fmla="*/ 0 w 12192000"/>
              <a:gd name="connsiteY3" fmla="*/ 4133850 h 4133850"/>
              <a:gd name="connsiteX4" fmla="*/ 0 w 12192000"/>
              <a:gd name="connsiteY4" fmla="*/ 0 h 4133850"/>
              <a:gd name="connsiteX0" fmla="*/ 19050 w 12211050"/>
              <a:gd name="connsiteY0" fmla="*/ 0 h 4133850"/>
              <a:gd name="connsiteX1" fmla="*/ 12211050 w 12211050"/>
              <a:gd name="connsiteY1" fmla="*/ 0 h 4133850"/>
              <a:gd name="connsiteX2" fmla="*/ 12211050 w 12211050"/>
              <a:gd name="connsiteY2" fmla="*/ 4133850 h 4133850"/>
              <a:gd name="connsiteX3" fmla="*/ 0 w 12211050"/>
              <a:gd name="connsiteY3" fmla="*/ 3219450 h 4133850"/>
              <a:gd name="connsiteX4" fmla="*/ 19050 w 12211050"/>
              <a:gd name="connsiteY4" fmla="*/ 0 h 4133850"/>
              <a:gd name="connsiteX0" fmla="*/ 19050 w 12211050"/>
              <a:gd name="connsiteY0" fmla="*/ 0 h 4438650"/>
              <a:gd name="connsiteX1" fmla="*/ 12211050 w 12211050"/>
              <a:gd name="connsiteY1" fmla="*/ 0 h 4438650"/>
              <a:gd name="connsiteX2" fmla="*/ 12211050 w 12211050"/>
              <a:gd name="connsiteY2" fmla="*/ 4438650 h 4438650"/>
              <a:gd name="connsiteX3" fmla="*/ 0 w 12211050"/>
              <a:gd name="connsiteY3" fmla="*/ 3219450 h 4438650"/>
              <a:gd name="connsiteX4" fmla="*/ 19050 w 12211050"/>
              <a:gd name="connsiteY4" fmla="*/ 0 h 4438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11050" h="4438650">
                <a:moveTo>
                  <a:pt x="19050" y="0"/>
                </a:moveTo>
                <a:lnTo>
                  <a:pt x="12211050" y="0"/>
                </a:lnTo>
                <a:lnTo>
                  <a:pt x="12211050" y="4438650"/>
                </a:lnTo>
                <a:lnTo>
                  <a:pt x="0" y="3219450"/>
                </a:lnTo>
                <a:lnTo>
                  <a:pt x="19050" y="0"/>
                </a:lnTo>
                <a:close/>
              </a:path>
            </a:pathLst>
          </a:cu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5" name="Прямоугольник 3"/>
          <p:cNvSpPr/>
          <p:nvPr userDrawn="1"/>
        </p:nvSpPr>
        <p:spPr>
          <a:xfrm>
            <a:off x="1085850" y="1009650"/>
            <a:ext cx="10020300" cy="5238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8" name="Рисунок 7"/>
          <p:cNvSpPr>
            <a:spLocks noGrp="1"/>
          </p:cNvSpPr>
          <p:nvPr>
            <p:ph type="pic" sz="quarter" idx="10"/>
          </p:nvPr>
        </p:nvSpPr>
        <p:spPr>
          <a:xfrm>
            <a:off x="1847850" y="2819400"/>
            <a:ext cx="8496300" cy="2800350"/>
          </a:xfrm>
          <a:prstGeom prst="rect">
            <a:avLst/>
          </a:prstGeom>
        </p:spPr>
        <p:txBody>
          <a:bodyPr/>
          <a:lstStyle/>
          <a:p>
            <a:pPr lvl="0"/>
            <a:endParaRPr lang="ru-RU" noProof="0" dirty="0"/>
          </a:p>
        </p:txBody>
      </p:sp>
    </p:spTree>
    <p:extLst>
      <p:ext uri="{BB962C8B-B14F-4D97-AF65-F5344CB8AC3E}">
        <p14:creationId xmlns:p14="http://schemas.microsoft.com/office/powerpoint/2010/main" val="397408168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C9A48AB-23F1-45F1-98E5-D2CDC7A5261D}"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10683537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Agenda Layout">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3302043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Basic Layout">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270909644"/>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3227159557"/>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2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2735627" y="164638"/>
            <a:ext cx="9456373" cy="768085"/>
          </a:xfrm>
          <a:prstGeom prst="rect">
            <a:avLst/>
          </a:prstGeom>
        </p:spPr>
        <p:txBody>
          <a:bodyPr anchor="ctr"/>
          <a:lstStyle>
            <a:lvl1pPr marL="0" indent="0" algn="l">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2735627" y="932723"/>
            <a:ext cx="9456373" cy="384043"/>
          </a:xfrm>
          <a:prstGeom prst="rect">
            <a:avLst/>
          </a:prstGeom>
        </p:spPr>
        <p:txBody>
          <a:bodyPr anchor="ctr"/>
          <a:lstStyle>
            <a:lvl1pPr marL="0" indent="0" algn="l">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5" name="Rectangle 4"/>
          <p:cNvSpPr/>
          <p:nvPr userDrawn="1"/>
        </p:nvSpPr>
        <p:spPr>
          <a:xfrm>
            <a:off x="0" y="1"/>
            <a:ext cx="2543605" cy="68641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3804378142"/>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0" y="2276872"/>
            <a:ext cx="12192000" cy="240026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3" name="Isosceles Triangle 2"/>
          <p:cNvSpPr/>
          <p:nvPr userDrawn="1"/>
        </p:nvSpPr>
        <p:spPr>
          <a:xfrm rot="10800000">
            <a:off x="158339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2" name="Isosceles Triangle 11"/>
          <p:cNvSpPr/>
          <p:nvPr userDrawn="1"/>
        </p:nvSpPr>
        <p:spPr>
          <a:xfrm rot="10800000">
            <a:off x="446371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3" name="Isosceles Triangle 12"/>
          <p:cNvSpPr/>
          <p:nvPr userDrawn="1"/>
        </p:nvSpPr>
        <p:spPr>
          <a:xfrm rot="10800000">
            <a:off x="734403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4" name="Isosceles Triangle 13"/>
          <p:cNvSpPr/>
          <p:nvPr userDrawn="1"/>
        </p:nvSpPr>
        <p:spPr>
          <a:xfrm rot="10800000">
            <a:off x="10224348"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5" name="Rectangle 14"/>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6" name="Rectangle 15"/>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Picture Placeholder 2"/>
          <p:cNvSpPr>
            <a:spLocks noGrp="1"/>
          </p:cNvSpPr>
          <p:nvPr>
            <p:ph type="pic" idx="1" hasCustomPrompt="1"/>
          </p:nvPr>
        </p:nvSpPr>
        <p:spPr>
          <a:xfrm>
            <a:off x="815413"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2" hasCustomPrompt="1"/>
          </p:nvPr>
        </p:nvSpPr>
        <p:spPr>
          <a:xfrm>
            <a:off x="3695732"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3" hasCustomPrompt="1"/>
          </p:nvPr>
        </p:nvSpPr>
        <p:spPr>
          <a:xfrm>
            <a:off x="6576051"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4" hasCustomPrompt="1"/>
          </p:nvPr>
        </p:nvSpPr>
        <p:spPr>
          <a:xfrm>
            <a:off x="9456369"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77721753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1_Images and Contents Layout">
    <p:spTree>
      <p:nvGrpSpPr>
        <p:cNvPr id="1" name=""/>
        <p:cNvGrpSpPr/>
        <p:nvPr/>
      </p:nvGrpSpPr>
      <p:grpSpPr>
        <a:xfrm>
          <a:off x="0" y="0"/>
          <a:ext cx="0" cy="0"/>
          <a:chOff x="0" y="0"/>
          <a:chExt cx="0" cy="0"/>
        </a:xfrm>
      </p:grpSpPr>
      <p:sp>
        <p:nvSpPr>
          <p:cNvPr id="2" name="Rectangle 1"/>
          <p:cNvSpPr/>
          <p:nvPr userDrawn="1"/>
        </p:nvSpPr>
        <p:spPr>
          <a:xfrm>
            <a:off x="5231904" y="2276872"/>
            <a:ext cx="5711957" cy="393643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black">
                  <a:lumMod val="75000"/>
                  <a:lumOff val="25000"/>
                </a:prstClr>
              </a:solidFill>
            </a:endParaRPr>
          </a:p>
        </p:txBody>
      </p:sp>
      <p:sp>
        <p:nvSpPr>
          <p:cNvPr id="7" name="Picture Placeholder 2"/>
          <p:cNvSpPr>
            <a:spLocks noGrp="1"/>
          </p:cNvSpPr>
          <p:nvPr>
            <p:ph type="pic" idx="1" hasCustomPrompt="1"/>
          </p:nvPr>
        </p:nvSpPr>
        <p:spPr>
          <a:xfrm>
            <a:off x="1103445" y="1412776"/>
            <a:ext cx="4560000" cy="3696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56200522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2_Images and Contents Layout">
    <p:spTree>
      <p:nvGrpSpPr>
        <p:cNvPr id="1" name=""/>
        <p:cNvGrpSpPr/>
        <p:nvPr/>
      </p:nvGrpSpPr>
      <p:grpSpPr>
        <a:xfrm>
          <a:off x="0" y="0"/>
          <a:ext cx="0" cy="0"/>
          <a:chOff x="0" y="0"/>
          <a:chExt cx="0" cy="0"/>
        </a:xfrm>
      </p:grpSpPr>
      <p:sp>
        <p:nvSpPr>
          <p:cNvPr id="7" name="Picture Placeholder 2"/>
          <p:cNvSpPr>
            <a:spLocks noGrp="1"/>
          </p:cNvSpPr>
          <p:nvPr>
            <p:ph type="pic" idx="1" hasCustomPrompt="1"/>
          </p:nvPr>
        </p:nvSpPr>
        <p:spPr>
          <a:xfrm>
            <a:off x="0" y="990600"/>
            <a:ext cx="3887755" cy="58674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Picture Placeholder 2"/>
          <p:cNvSpPr>
            <a:spLocks noGrp="1"/>
          </p:cNvSpPr>
          <p:nvPr>
            <p:ph type="pic" idx="11" hasCustomPrompt="1"/>
          </p:nvPr>
        </p:nvSpPr>
        <p:spPr>
          <a:xfrm>
            <a:off x="4079776" y="0"/>
            <a:ext cx="8112224" cy="362102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159574745"/>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3_Images and Contents Layout">
    <p:spTree>
      <p:nvGrpSpPr>
        <p:cNvPr id="1" name=""/>
        <p:cNvGrpSpPr/>
        <p:nvPr/>
      </p:nvGrpSpPr>
      <p:grpSpPr>
        <a:xfrm>
          <a:off x="0" y="0"/>
          <a:ext cx="0" cy="0"/>
          <a:chOff x="0" y="0"/>
          <a:chExt cx="0" cy="0"/>
        </a:xfrm>
      </p:grpSpPr>
      <p:sp>
        <p:nvSpPr>
          <p:cNvPr id="9" name="Picture Placeholder 2"/>
          <p:cNvSpPr>
            <a:spLocks noGrp="1"/>
          </p:cNvSpPr>
          <p:nvPr>
            <p:ph type="pic" idx="1" hasCustomPrompt="1"/>
          </p:nvPr>
        </p:nvSpPr>
        <p:spPr>
          <a:xfrm>
            <a:off x="0" y="1013496"/>
            <a:ext cx="3887755" cy="356763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2" name="Picture Placeholder 2"/>
          <p:cNvSpPr>
            <a:spLocks noGrp="1"/>
          </p:cNvSpPr>
          <p:nvPr>
            <p:ph type="pic" idx="10" hasCustomPrompt="1"/>
          </p:nvPr>
        </p:nvSpPr>
        <p:spPr>
          <a:xfrm>
            <a:off x="8304245" y="0"/>
            <a:ext cx="3887755" cy="45811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3" name="Picture Placeholder 2"/>
          <p:cNvSpPr>
            <a:spLocks noGrp="1"/>
          </p:cNvSpPr>
          <p:nvPr>
            <p:ph type="pic" idx="11" hasCustomPrompt="1"/>
          </p:nvPr>
        </p:nvSpPr>
        <p:spPr>
          <a:xfrm>
            <a:off x="0" y="4773149"/>
            <a:ext cx="6096000" cy="208485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394759519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4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595027" y="4101331"/>
            <a:ext cx="2400000" cy="2304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2" name="Rectangle 11"/>
          <p:cNvSpPr/>
          <p:nvPr userDrawn="1"/>
        </p:nvSpPr>
        <p:spPr>
          <a:xfrm>
            <a:off x="9196973" y="1700808"/>
            <a:ext cx="2400000" cy="2304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3" name="Picture Placeholder 2"/>
          <p:cNvSpPr>
            <a:spLocks noGrp="1"/>
          </p:cNvSpPr>
          <p:nvPr>
            <p:ph type="pic" idx="12" hasCustomPrompt="1"/>
          </p:nvPr>
        </p:nvSpPr>
        <p:spPr>
          <a:xfrm>
            <a:off x="595027" y="1700808"/>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3" hasCustomPrompt="1"/>
          </p:nvPr>
        </p:nvSpPr>
        <p:spPr>
          <a:xfrm>
            <a:off x="9196973" y="4101331"/>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4" hasCustomPrompt="1"/>
          </p:nvPr>
        </p:nvSpPr>
        <p:spPr>
          <a:xfrm>
            <a:off x="3119669" y="4101331"/>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Picture Placeholder 2"/>
          <p:cNvSpPr>
            <a:spLocks noGrp="1"/>
          </p:cNvSpPr>
          <p:nvPr>
            <p:ph type="pic" idx="15" hasCustomPrompt="1"/>
          </p:nvPr>
        </p:nvSpPr>
        <p:spPr>
          <a:xfrm>
            <a:off x="3119669" y="1700808"/>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427835944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5_Images and Contents Layout">
    <p:spTree>
      <p:nvGrpSpPr>
        <p:cNvPr id="1" name=""/>
        <p:cNvGrpSpPr/>
        <p:nvPr/>
      </p:nvGrpSpPr>
      <p:grpSpPr>
        <a:xfrm>
          <a:off x="0" y="0"/>
          <a:ext cx="0" cy="0"/>
          <a:chOff x="0" y="0"/>
          <a:chExt cx="0" cy="0"/>
        </a:xfrm>
      </p:grpSpPr>
      <p:sp>
        <p:nvSpPr>
          <p:cNvPr id="16" name="Picture Placeholder 2"/>
          <p:cNvSpPr>
            <a:spLocks noGrp="1"/>
          </p:cNvSpPr>
          <p:nvPr>
            <p:ph type="pic" idx="12" hasCustomPrompt="1"/>
          </p:nvPr>
        </p:nvSpPr>
        <p:spPr>
          <a:xfrm>
            <a:off x="709650" y="480055"/>
            <a:ext cx="4224469" cy="419708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7" name="Picture Placeholder 2"/>
          <p:cNvSpPr>
            <a:spLocks noGrp="1"/>
          </p:cNvSpPr>
          <p:nvPr>
            <p:ph type="pic" idx="13" hasCustomPrompt="1"/>
          </p:nvPr>
        </p:nvSpPr>
        <p:spPr>
          <a:xfrm>
            <a:off x="5126140" y="480056"/>
            <a:ext cx="6336704" cy="229610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4" hasCustomPrompt="1"/>
          </p:nvPr>
        </p:nvSpPr>
        <p:spPr>
          <a:xfrm>
            <a:off x="5126140"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6" hasCustomPrompt="1"/>
          </p:nvPr>
        </p:nvSpPr>
        <p:spPr>
          <a:xfrm>
            <a:off x="7310492"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7" hasCustomPrompt="1"/>
          </p:nvPr>
        </p:nvSpPr>
        <p:spPr>
          <a:xfrm>
            <a:off x="9494844"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702302158"/>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7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그림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46767" y="2276873"/>
            <a:ext cx="7238124" cy="3966041"/>
          </a:xfrm>
          <a:prstGeom prst="rect">
            <a:avLst/>
          </a:prstGeom>
        </p:spPr>
      </p:pic>
      <p:sp>
        <p:nvSpPr>
          <p:cNvPr id="7" name="Picture Placeholder 2"/>
          <p:cNvSpPr>
            <a:spLocks noGrp="1"/>
          </p:cNvSpPr>
          <p:nvPr>
            <p:ph type="pic" idx="1" hasCustomPrompt="1"/>
          </p:nvPr>
        </p:nvSpPr>
        <p:spPr>
          <a:xfrm>
            <a:off x="5705875" y="2485912"/>
            <a:ext cx="4832891" cy="3124239"/>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Rectangle 7"/>
          <p:cNvSpPr/>
          <p:nvPr userDrawn="1"/>
        </p:nvSpPr>
        <p:spPr>
          <a:xfrm>
            <a:off x="4037371" y="1"/>
            <a:ext cx="4128459" cy="60959"/>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9" name="Rectangle 8"/>
          <p:cNvSpPr/>
          <p:nvPr userDrawn="1"/>
        </p:nvSpPr>
        <p:spPr>
          <a:xfrm>
            <a:off x="0" y="6753308"/>
            <a:ext cx="12192000" cy="110875"/>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2218041535"/>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8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Picture 4" descr="D:\Fullppt\005-PNG이미지\모니터.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776400" y="1815747"/>
            <a:ext cx="3360373" cy="3350541"/>
          </a:xfrm>
          <a:prstGeom prst="rect">
            <a:avLst/>
          </a:prstGeom>
          <a:noFill/>
          <a:extLst>
            <a:ext uri="{909E8E84-426E-40dd-AFC4-6F175D3DCCD1}">
              <a14:hiddenFill xmlns:a14="http://schemas.microsoft.com/office/drawing/2010/main" xmlns="">
                <a:solidFill>
                  <a:srgbClr val="FFFFFF"/>
                </a:solidFill>
              </a14:hiddenFill>
            </a:ext>
          </a:extLst>
        </p:spPr>
      </p:pic>
      <p:pic>
        <p:nvPicPr>
          <p:cNvPr id="7" name="Picture 6" descr="D:\Fullppt\005-PNG이미지\모니터.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4406826" y="1815747"/>
            <a:ext cx="3360373" cy="3350541"/>
          </a:xfrm>
          <a:prstGeom prst="rect">
            <a:avLst/>
          </a:prstGeom>
          <a:noFill/>
          <a:extLst>
            <a:ext uri="{909E8E84-426E-40dd-AFC4-6F175D3DCCD1}">
              <a14:hiddenFill xmlns:a14="http://schemas.microsoft.com/office/drawing/2010/main" xmlns="">
                <a:solidFill>
                  <a:srgbClr val="FFFFFF"/>
                </a:solidFill>
              </a14:hiddenFill>
            </a:ext>
          </a:extLst>
        </p:spPr>
      </p:pic>
      <p:pic>
        <p:nvPicPr>
          <p:cNvPr id="9" name="Picture 8" descr="D:\Fullppt\005-PNG이미지\모니터.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8037251" y="1815747"/>
            <a:ext cx="3360373" cy="3350541"/>
          </a:xfrm>
          <a:prstGeom prst="rect">
            <a:avLst/>
          </a:prstGeom>
          <a:noFill/>
          <a:extLst>
            <a:ext uri="{909E8E84-426E-40dd-AFC4-6F175D3DCCD1}">
              <a14:hiddenFill xmlns:a14="http://schemas.microsoft.com/office/drawing/2010/main" xmlns="">
                <a:solidFill>
                  <a:srgbClr val="FFFFFF"/>
                </a:solidFill>
              </a14:hiddenFill>
            </a:ext>
          </a:extLst>
        </p:spPr>
      </p:pic>
      <p:sp>
        <p:nvSpPr>
          <p:cNvPr id="13" name="Picture Placeholder 2"/>
          <p:cNvSpPr>
            <a:spLocks noGrp="1"/>
          </p:cNvSpPr>
          <p:nvPr>
            <p:ph type="pic" idx="1" hasCustomPrompt="1"/>
          </p:nvPr>
        </p:nvSpPr>
        <p:spPr>
          <a:xfrm>
            <a:off x="90990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2" hasCustomPrompt="1"/>
          </p:nvPr>
        </p:nvSpPr>
        <p:spPr>
          <a:xfrm>
            <a:off x="453956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3" hasCustomPrompt="1"/>
          </p:nvPr>
        </p:nvSpPr>
        <p:spPr>
          <a:xfrm>
            <a:off x="816922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Rectangle 15"/>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Rectangle 16"/>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4079406833"/>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9_Images and Contents Layout">
    <p:spTree>
      <p:nvGrpSpPr>
        <p:cNvPr id="1" name=""/>
        <p:cNvGrpSpPr/>
        <p:nvPr/>
      </p:nvGrpSpPr>
      <p:grpSpPr>
        <a:xfrm>
          <a:off x="0" y="0"/>
          <a:ext cx="0" cy="0"/>
          <a:chOff x="0" y="0"/>
          <a:chExt cx="0" cy="0"/>
        </a:xfrm>
      </p:grpSpPr>
      <p:sp>
        <p:nvSpPr>
          <p:cNvPr id="6" name="Picture Placeholder 2"/>
          <p:cNvSpPr>
            <a:spLocks noGrp="1"/>
          </p:cNvSpPr>
          <p:nvPr>
            <p:ph type="pic" idx="1" hasCustomPrompt="1"/>
          </p:nvPr>
        </p:nvSpPr>
        <p:spPr>
          <a:xfrm>
            <a:off x="0" y="0"/>
            <a:ext cx="12192000" cy="4101075"/>
          </a:xfrm>
          <a:prstGeom prst="rect">
            <a:avLst/>
          </a:prstGeom>
          <a:solidFill>
            <a:schemeClr val="bg1">
              <a:lumMod val="8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014657143"/>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icon se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ICON SETS LAYOUT</a:t>
            </a:r>
          </a:p>
        </p:txBody>
      </p:sp>
      <p:grpSp>
        <p:nvGrpSpPr>
          <p:cNvPr id="5" name="Group 4"/>
          <p:cNvGrpSpPr/>
          <p:nvPr userDrawn="1"/>
        </p:nvGrpSpPr>
        <p:grpSpPr>
          <a:xfrm>
            <a:off x="472011" y="1508786"/>
            <a:ext cx="3799787" cy="4865561"/>
            <a:chOff x="354008" y="1131589"/>
            <a:chExt cx="2849840" cy="3649171"/>
          </a:xfrm>
        </p:grpSpPr>
        <p:sp>
          <p:nvSpPr>
            <p:cNvPr id="6" name="Rounded Rectangle 5"/>
            <p:cNvSpPr/>
            <p:nvPr/>
          </p:nvSpPr>
          <p:spPr>
            <a:xfrm>
              <a:off x="354008" y="1131589"/>
              <a:ext cx="2849840" cy="3649171"/>
            </a:xfrm>
            <a:prstGeom prst="roundRect">
              <a:avLst>
                <a:gd name="adj" fmla="val 396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dirty="0">
                <a:solidFill>
                  <a:prstClr val="white"/>
                </a:solidFill>
              </a:endParaRPr>
            </a:p>
          </p:txBody>
        </p:sp>
        <p:sp>
          <p:nvSpPr>
            <p:cNvPr id="9" name="Rounded Rectangle 8"/>
            <p:cNvSpPr/>
            <p:nvPr/>
          </p:nvSpPr>
          <p:spPr>
            <a:xfrm>
              <a:off x="531932" y="1347500"/>
              <a:ext cx="108520" cy="3240473"/>
            </a:xfrm>
            <a:prstGeom prst="roundRect">
              <a:avLst>
                <a:gd name="adj" fmla="val 50000"/>
              </a:avLst>
            </a:prstGeom>
            <a:solidFill>
              <a:schemeClr val="bg1">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white"/>
                </a:solidFill>
              </a:endParaRPr>
            </a:p>
          </p:txBody>
        </p:sp>
        <p:sp>
          <p:nvSpPr>
            <p:cNvPr id="12" name="Half Frame 11"/>
            <p:cNvSpPr/>
            <p:nvPr/>
          </p:nvSpPr>
          <p:spPr>
            <a:xfrm rot="5400000">
              <a:off x="2592642" y="1238201"/>
              <a:ext cx="502331" cy="502331"/>
            </a:xfrm>
            <a:prstGeom prst="halfFrame">
              <a:avLst>
                <a:gd name="adj1" fmla="val 23728"/>
                <a:gd name="adj2" fmla="val 24642"/>
              </a:avLst>
            </a:prstGeom>
            <a:solidFill>
              <a:schemeClr val="bg1">
                <a:alpha val="2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black"/>
                </a:solidFill>
              </a:endParaRPr>
            </a:p>
          </p:txBody>
        </p:sp>
      </p:grpSp>
    </p:spTree>
    <p:extLst>
      <p:ext uri="{BB962C8B-B14F-4D97-AF65-F5344CB8AC3E}">
        <p14:creationId xmlns:p14="http://schemas.microsoft.com/office/powerpoint/2010/main" val="26219781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image" Target="../media/image1.png"/><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3.xml"/><Relationship Id="rId13" Type="http://schemas.openxmlformats.org/officeDocument/2006/relationships/slideLayout" Target="../slideLayouts/slideLayout38.xml"/><Relationship Id="rId3" Type="http://schemas.openxmlformats.org/officeDocument/2006/relationships/slideLayout" Target="../slideLayouts/slideLayout28.xml"/><Relationship Id="rId7" Type="http://schemas.openxmlformats.org/officeDocument/2006/relationships/slideLayout" Target="../slideLayouts/slideLayout32.xml"/><Relationship Id="rId12" Type="http://schemas.openxmlformats.org/officeDocument/2006/relationships/slideLayout" Target="../slideLayouts/slideLayout37.xml"/><Relationship Id="rId2" Type="http://schemas.openxmlformats.org/officeDocument/2006/relationships/slideLayout" Target="../slideLayouts/slideLayout27.xml"/><Relationship Id="rId1" Type="http://schemas.openxmlformats.org/officeDocument/2006/relationships/slideLayout" Target="../slideLayouts/slideLayout26.xml"/><Relationship Id="rId6" Type="http://schemas.openxmlformats.org/officeDocument/2006/relationships/slideLayout" Target="../slideLayouts/slideLayout31.xml"/><Relationship Id="rId11" Type="http://schemas.openxmlformats.org/officeDocument/2006/relationships/slideLayout" Target="../slideLayouts/slideLayout36.xml"/><Relationship Id="rId5" Type="http://schemas.openxmlformats.org/officeDocument/2006/relationships/slideLayout" Target="../slideLayouts/slideLayout30.xml"/><Relationship Id="rId15" Type="http://schemas.openxmlformats.org/officeDocument/2006/relationships/theme" Target="../theme/theme3.xml"/><Relationship Id="rId10" Type="http://schemas.openxmlformats.org/officeDocument/2006/relationships/slideLayout" Target="../slideLayouts/slideLayout35.xml"/><Relationship Id="rId4" Type="http://schemas.openxmlformats.org/officeDocument/2006/relationships/slideLayout" Target="../slideLayouts/slideLayout29.xml"/><Relationship Id="rId9" Type="http://schemas.openxmlformats.org/officeDocument/2006/relationships/slideLayout" Target="../slideLayouts/slideLayout34.xml"/><Relationship Id="rId14" Type="http://schemas.openxmlformats.org/officeDocument/2006/relationships/slideLayout" Target="../slideLayouts/slideLayout3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4" cstate="print">
            <a:lum/>
          </a:blip>
          <a:srcRect/>
          <a:stretch>
            <a:fillRect l="1000" t="-1000" r="1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DCDBBEF-AA6C-4BA6-85B2-A17D7F280E38}" type="slidenum">
              <a:rPr lang="en-US" smtClean="0"/>
              <a:pPr/>
              <a:t>‹#›</a:t>
            </a:fld>
            <a:endParaRPr lang="en-US"/>
          </a:p>
        </p:txBody>
      </p:sp>
    </p:spTree>
    <p:extLst>
      <p:ext uri="{BB962C8B-B14F-4D97-AF65-F5344CB8AC3E}">
        <p14:creationId xmlns:p14="http://schemas.microsoft.com/office/powerpoint/2010/main" val="3333391393"/>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60" r:id="rId1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5" cstate="print">
            <a:lum/>
          </a:blip>
          <a:srcRect/>
          <a:stretch>
            <a:fillRect l="1000" t="-1000" r="1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DCDBBEF-AA6C-4BA6-85B2-A17D7F280E38}" type="slidenum">
              <a:rPr lang="en-US" smtClean="0"/>
              <a:pPr/>
              <a:t>‹#›</a:t>
            </a:fld>
            <a:endParaRPr lang="en-US"/>
          </a:p>
        </p:txBody>
      </p:sp>
    </p:spTree>
    <p:extLst>
      <p:ext uri="{BB962C8B-B14F-4D97-AF65-F5344CB8AC3E}">
        <p14:creationId xmlns:p14="http://schemas.microsoft.com/office/powerpoint/2010/main" val="3333391393"/>
      </p:ext>
    </p:extLst>
  </p:cSld>
  <p:clrMap bg1="lt1" tx1="dk1" bg2="lt2" tx2="dk2" accent1="accent1" accent2="accent2" accent3="accent3" accent4="accent4" accent5="accent5" accent6="accent6" hlink="hlink" folHlink="folHlink"/>
  <p:sldLayoutIdLst>
    <p:sldLayoutId id="2147483703" r:id="rId1"/>
    <p:sldLayoutId id="2147483704" r:id="rId2"/>
    <p:sldLayoutId id="2147483705" r:id="rId3"/>
    <p:sldLayoutId id="2147483706" r:id="rId4"/>
    <p:sldLayoutId id="2147483707" r:id="rId5"/>
    <p:sldLayoutId id="2147483708" r:id="rId6"/>
    <p:sldLayoutId id="2147483709" r:id="rId7"/>
    <p:sldLayoutId id="2147483710" r:id="rId8"/>
    <p:sldLayoutId id="2147483711" r:id="rId9"/>
    <p:sldLayoutId id="2147483712" r:id="rId10"/>
    <p:sldLayoutId id="2147483713" r:id="rId11"/>
    <p:sldLayoutId id="2147483714" r:id="rId12"/>
    <p:sldLayoutId id="2147483715" r:id="rId1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48544627"/>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 id="2147483700" r:id="rId14"/>
  </p:sldLayoutIdLst>
  <p:hf hdr="0" ftr="0" dt="0"/>
  <p:txStyles>
    <p:titleStyle>
      <a:lvl1pPr algn="ctr" defTabSz="1219170" rtl="0" eaLnBrk="1" latinLnBrk="1" hangingPunct="1">
        <a:spcBef>
          <a:spcPct val="0"/>
        </a:spcBef>
        <a:buNone/>
        <a:defRPr sz="5867" kern="1200">
          <a:solidFill>
            <a:schemeClr val="tx1"/>
          </a:solidFill>
          <a:latin typeface="+mj-lt"/>
          <a:ea typeface="+mj-ea"/>
          <a:cs typeface="+mj-cs"/>
        </a:defRPr>
      </a:lvl1pPr>
    </p:titleStyle>
    <p:bodyStyle>
      <a:lvl1pPr marL="457189" indent="-457189" algn="l" defTabSz="1219170" rtl="0" eaLnBrk="1" latinLnBrk="1" hangingPunct="1">
        <a:spcBef>
          <a:spcPct val="20000"/>
        </a:spcBef>
        <a:buFont typeface="Arial" pitchFamily="34" charset="0"/>
        <a:buChar char="•"/>
        <a:defRPr sz="4267" kern="1200">
          <a:solidFill>
            <a:schemeClr val="tx1"/>
          </a:solidFill>
          <a:latin typeface="+mn-lt"/>
          <a:ea typeface="+mn-ea"/>
          <a:cs typeface="+mn-cs"/>
        </a:defRPr>
      </a:lvl1pPr>
      <a:lvl2pPr marL="990575" indent="-380990" algn="l" defTabSz="1219170" rtl="0" eaLnBrk="1" latinLnBrk="1" hangingPunct="1">
        <a:spcBef>
          <a:spcPct val="20000"/>
        </a:spcBef>
        <a:buFont typeface="Arial" pitchFamily="34" charset="0"/>
        <a:buChar char="–"/>
        <a:defRPr sz="3733" kern="1200">
          <a:solidFill>
            <a:schemeClr val="tx1"/>
          </a:solidFill>
          <a:latin typeface="+mn-lt"/>
          <a:ea typeface="+mn-ea"/>
          <a:cs typeface="+mn-cs"/>
        </a:defRPr>
      </a:lvl2pPr>
      <a:lvl3pPr marL="1523962" indent="-304792" algn="l" defTabSz="1219170" rtl="0" eaLnBrk="1" latinLnBrk="1" hangingPunct="1">
        <a:spcBef>
          <a:spcPct val="20000"/>
        </a:spcBef>
        <a:buFont typeface="Arial" pitchFamily="34" charset="0"/>
        <a:buChar char="•"/>
        <a:defRPr sz="3200" kern="1200">
          <a:solidFill>
            <a:schemeClr val="tx1"/>
          </a:solidFill>
          <a:latin typeface="+mn-lt"/>
          <a:ea typeface="+mn-ea"/>
          <a:cs typeface="+mn-cs"/>
        </a:defRPr>
      </a:lvl3pPr>
      <a:lvl4pPr marL="2133547"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4pPr>
      <a:lvl5pPr marL="274313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5pPr>
      <a:lvl6pPr marL="335271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ko-KR"/>
      </a:defPPr>
      <a:lvl1pPr marL="0" algn="l" defTabSz="1219170" rtl="0" eaLnBrk="1" latinLnBrk="1" hangingPunct="1">
        <a:defRPr sz="2400" kern="1200">
          <a:solidFill>
            <a:schemeClr val="tx1"/>
          </a:solidFill>
          <a:latin typeface="+mn-lt"/>
          <a:ea typeface="+mn-ea"/>
          <a:cs typeface="+mn-cs"/>
        </a:defRPr>
      </a:lvl1pPr>
      <a:lvl2pPr marL="609585" algn="l" defTabSz="1219170" rtl="0" eaLnBrk="1" latinLnBrk="1" hangingPunct="1">
        <a:defRPr sz="2400" kern="1200">
          <a:solidFill>
            <a:schemeClr val="tx1"/>
          </a:solidFill>
          <a:latin typeface="+mn-lt"/>
          <a:ea typeface="+mn-ea"/>
          <a:cs typeface="+mn-cs"/>
        </a:defRPr>
      </a:lvl2pPr>
      <a:lvl3pPr marL="1219170" algn="l" defTabSz="1219170" rtl="0" eaLnBrk="1" latinLnBrk="1" hangingPunct="1">
        <a:defRPr sz="2400" kern="1200">
          <a:solidFill>
            <a:schemeClr val="tx1"/>
          </a:solidFill>
          <a:latin typeface="+mn-lt"/>
          <a:ea typeface="+mn-ea"/>
          <a:cs typeface="+mn-cs"/>
        </a:defRPr>
      </a:lvl3pPr>
      <a:lvl4pPr marL="1828754" algn="l" defTabSz="1219170" rtl="0" eaLnBrk="1" latinLnBrk="1" hangingPunct="1">
        <a:defRPr sz="2400" kern="1200">
          <a:solidFill>
            <a:schemeClr val="tx1"/>
          </a:solidFill>
          <a:latin typeface="+mn-lt"/>
          <a:ea typeface="+mn-ea"/>
          <a:cs typeface="+mn-cs"/>
        </a:defRPr>
      </a:lvl4pPr>
      <a:lvl5pPr marL="2438339" algn="l" defTabSz="1219170" rtl="0" eaLnBrk="1" latinLnBrk="1" hangingPunct="1">
        <a:defRPr sz="2400" kern="1200">
          <a:solidFill>
            <a:schemeClr val="tx1"/>
          </a:solidFill>
          <a:latin typeface="+mn-lt"/>
          <a:ea typeface="+mn-ea"/>
          <a:cs typeface="+mn-cs"/>
        </a:defRPr>
      </a:lvl5pPr>
      <a:lvl6pPr marL="3047924" algn="l" defTabSz="1219170" rtl="0" eaLnBrk="1" latinLnBrk="1" hangingPunct="1">
        <a:defRPr sz="2400" kern="1200">
          <a:solidFill>
            <a:schemeClr val="tx1"/>
          </a:solidFill>
          <a:latin typeface="+mn-lt"/>
          <a:ea typeface="+mn-ea"/>
          <a:cs typeface="+mn-cs"/>
        </a:defRPr>
      </a:lvl6pPr>
      <a:lvl7pPr marL="3657509" algn="l" defTabSz="1219170" rtl="0" eaLnBrk="1" latinLnBrk="1" hangingPunct="1">
        <a:defRPr sz="2400" kern="1200">
          <a:solidFill>
            <a:schemeClr val="tx1"/>
          </a:solidFill>
          <a:latin typeface="+mn-lt"/>
          <a:ea typeface="+mn-ea"/>
          <a:cs typeface="+mn-cs"/>
        </a:defRPr>
      </a:lvl7pPr>
      <a:lvl8pPr marL="4267093" algn="l" defTabSz="1219170" rtl="0" eaLnBrk="1" latinLnBrk="1" hangingPunct="1">
        <a:defRPr sz="2400" kern="1200">
          <a:solidFill>
            <a:schemeClr val="tx1"/>
          </a:solidFill>
          <a:latin typeface="+mn-lt"/>
          <a:ea typeface="+mn-ea"/>
          <a:cs typeface="+mn-cs"/>
        </a:defRPr>
      </a:lvl8pPr>
      <a:lvl9pPr marL="4876678" algn="l" defTabSz="1219170" rtl="0" eaLnBrk="1" latinLnBrk="1"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Rectangle 30"/>
          <p:cNvSpPr/>
          <p:nvPr/>
        </p:nvSpPr>
        <p:spPr>
          <a:xfrm>
            <a:off x="-4421" y="6053794"/>
            <a:ext cx="12196420" cy="43919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p:cNvSpPr/>
          <p:nvPr/>
        </p:nvSpPr>
        <p:spPr>
          <a:xfrm>
            <a:off x="302197" y="5901985"/>
            <a:ext cx="45719" cy="613881"/>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Slide Number Placeholder 2"/>
          <p:cNvSpPr txBox="1">
            <a:spLocks/>
          </p:cNvSpPr>
          <p:nvPr/>
        </p:nvSpPr>
        <p:spPr>
          <a:xfrm>
            <a:off x="8763000" y="65087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46" name="Right Triangle 45">
            <a:extLst>
              <a:ext uri="{FF2B5EF4-FFF2-40B4-BE49-F238E27FC236}">
                <a16:creationId xmlns:a16="http://schemas.microsoft.com/office/drawing/2014/main" id="{0983CA01-DED8-4A8A-82CA-5B1BE1DADB0C}"/>
              </a:ext>
            </a:extLst>
          </p:cNvPr>
          <p:cNvSpPr/>
          <p:nvPr/>
        </p:nvSpPr>
        <p:spPr>
          <a:xfrm flipV="1">
            <a:off x="9506857" y="5939880"/>
            <a:ext cx="1291772" cy="1157606"/>
          </a:xfrm>
          <a:prstGeom prst="rtTriangle">
            <a:avLst/>
          </a:prstGeom>
          <a:solidFill>
            <a:srgbClr val="FFFFFF">
              <a:lumMod val="95000"/>
              <a:alpha val="17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D" sz="1800" b="0" i="0" u="none" strike="noStrike" kern="0" cap="none" spc="0" normalizeH="0" baseline="0" noProof="0">
              <a:ln>
                <a:noFill/>
              </a:ln>
              <a:solidFill>
                <a:srgbClr val="FFFFFF"/>
              </a:solidFill>
              <a:effectLst/>
              <a:uLnTx/>
              <a:uFillTx/>
              <a:latin typeface="Calibri" panose="020F0502020204030204"/>
            </a:endParaRPr>
          </a:p>
        </p:txBody>
      </p:sp>
      <p:sp>
        <p:nvSpPr>
          <p:cNvPr id="37" name="Right Triangle 36">
            <a:extLst>
              <a:ext uri="{FF2B5EF4-FFF2-40B4-BE49-F238E27FC236}">
                <a16:creationId xmlns:a16="http://schemas.microsoft.com/office/drawing/2014/main" id="{0983CA01-DED8-4A8A-82CA-5B1BE1DADB0C}"/>
              </a:ext>
            </a:extLst>
          </p:cNvPr>
          <p:cNvSpPr/>
          <p:nvPr/>
        </p:nvSpPr>
        <p:spPr>
          <a:xfrm flipH="1">
            <a:off x="7045437" y="-64960"/>
            <a:ext cx="5146562" cy="5852440"/>
          </a:xfrm>
          <a:prstGeom prst="rtTriangle">
            <a:avLst/>
          </a:prstGeom>
          <a:solidFill>
            <a:srgbClr val="FFFFFF">
              <a:lumMod val="95000"/>
              <a:alpha val="17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D" sz="1800" b="0" i="0" u="none" strike="noStrike" kern="0" cap="none" spc="0" normalizeH="0" baseline="0" noProof="0" dirty="0">
              <a:ln>
                <a:noFill/>
              </a:ln>
              <a:solidFill>
                <a:srgbClr val="FFFFFF"/>
              </a:solidFill>
              <a:effectLst/>
              <a:uLnTx/>
              <a:uFillTx/>
              <a:latin typeface="Calibri" panose="020F0502020204030204"/>
            </a:endParaRPr>
          </a:p>
        </p:txBody>
      </p:sp>
      <p:sp>
        <p:nvSpPr>
          <p:cNvPr id="45" name="Rectangle 44"/>
          <p:cNvSpPr/>
          <p:nvPr/>
        </p:nvSpPr>
        <p:spPr>
          <a:xfrm>
            <a:off x="2698031" y="1001586"/>
            <a:ext cx="6829425" cy="3197189"/>
          </a:xfrm>
          <a:prstGeom prst="rect">
            <a:avLst/>
          </a:prstGeom>
          <a:gradFill flip="none" rotWithShape="1">
            <a:gsLst>
              <a:gs pos="15000">
                <a:srgbClr val="FFFFFF">
                  <a:alpha val="34000"/>
                </a:srgbClr>
              </a:gs>
              <a:gs pos="94000">
                <a:srgbClr val="FFFFFF">
                  <a:alpha val="34000"/>
                </a:srgbClr>
              </a:gs>
              <a:gs pos="2655">
                <a:schemeClr val="bg1">
                  <a:alpha val="0"/>
                </a:schemeClr>
              </a:gs>
              <a:gs pos="51000">
                <a:schemeClr val="bg1"/>
              </a:gs>
              <a:gs pos="100000">
                <a:schemeClr val="bg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r>
              <a:rPr lang="en-US" sz="2400" i="1" dirty="0">
                <a:solidFill>
                  <a:srgbClr val="000000"/>
                </a:solidFill>
              </a:rPr>
              <a:t>Submitted in the partial fulfillment for the award of the degree of</a:t>
            </a:r>
          </a:p>
          <a:p>
            <a:pPr algn="ctr">
              <a:lnSpc>
                <a:spcPct val="150000"/>
              </a:lnSpc>
            </a:pPr>
            <a:r>
              <a:rPr lang="en-US" sz="2400" b="1" dirty="0">
                <a:solidFill>
                  <a:srgbClr val="000000"/>
                </a:solidFill>
              </a:rPr>
              <a:t>BACHELOR OF ENGINEERING </a:t>
            </a:r>
            <a:endParaRPr lang="en-US" sz="2400" dirty="0">
              <a:solidFill>
                <a:srgbClr val="000000"/>
              </a:solidFill>
            </a:endParaRPr>
          </a:p>
          <a:p>
            <a:pPr algn="ctr">
              <a:lnSpc>
                <a:spcPct val="150000"/>
              </a:lnSpc>
            </a:pPr>
            <a:r>
              <a:rPr lang="en-US" sz="2400" i="1" dirty="0">
                <a:solidFill>
                  <a:srgbClr val="000000"/>
                </a:solidFill>
              </a:rPr>
              <a:t> IN</a:t>
            </a:r>
            <a:br>
              <a:rPr lang="en-US" sz="2400" i="1" dirty="0">
                <a:solidFill>
                  <a:srgbClr val="000000"/>
                </a:solidFill>
              </a:rPr>
            </a:br>
            <a:r>
              <a:rPr lang="en-US" sz="2400" b="1" i="1" dirty="0">
                <a:solidFill>
                  <a:srgbClr val="000000"/>
                </a:solidFill>
              </a:rPr>
              <a:t>COMPUTER SCIENCE WITH SPECIALIZATION IN</a:t>
            </a:r>
            <a:br>
              <a:rPr lang="en-US" sz="2400" i="1" dirty="0">
                <a:solidFill>
                  <a:srgbClr val="000000"/>
                </a:solidFill>
              </a:rPr>
            </a:br>
            <a:r>
              <a:rPr lang="en-US" sz="2400" b="1" i="1" dirty="0">
                <a:solidFill>
                  <a:srgbClr val="000000"/>
                </a:solidFill>
              </a:rPr>
              <a:t>BIG DATA ANALYTICS</a:t>
            </a:r>
          </a:p>
        </p:txBody>
      </p:sp>
      <p:sp>
        <p:nvSpPr>
          <p:cNvPr id="43" name="Right Triangle 42"/>
          <p:cNvSpPr/>
          <p:nvPr/>
        </p:nvSpPr>
        <p:spPr>
          <a:xfrm rot="10800000" flipV="1">
            <a:off x="9829797" y="5333999"/>
            <a:ext cx="2366623" cy="1600201"/>
          </a:xfrm>
          <a:prstGeom prst="rtTriangl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p:cNvSpPr txBox="1">
            <a:spLocks noChangeArrowheads="1"/>
          </p:cNvSpPr>
          <p:nvPr/>
        </p:nvSpPr>
        <p:spPr bwMode="auto">
          <a:xfrm>
            <a:off x="6881359" y="6019560"/>
            <a:ext cx="4928608" cy="64633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r>
              <a:rPr lang="en-US" sz="2000" b="1" dirty="0">
                <a:solidFill>
                  <a:prstClr val="black">
                    <a:lumMod val="65000"/>
                    <a:lumOff val="35000"/>
                  </a:prstClr>
                </a:solidFill>
                <a:latin typeface="Casper" panose="02000506000000020004" pitchFamily="2" charset="0"/>
                <a:ea typeface="Karla" pitchFamily="2" charset="0"/>
                <a:cs typeface="Karla" pitchFamily="2" charset="0"/>
              </a:rPr>
              <a:t>DISCOVER . </a:t>
            </a:r>
            <a:r>
              <a:rPr lang="en-US" sz="2000" b="1" dirty="0">
                <a:solidFill>
                  <a:srgbClr val="C00000"/>
                </a:solidFill>
                <a:latin typeface="Casper" panose="02000506000000020004" pitchFamily="2" charset="0"/>
                <a:ea typeface="Karla" pitchFamily="2" charset="0"/>
                <a:cs typeface="Karla" pitchFamily="2" charset="0"/>
              </a:rPr>
              <a:t>LEARN</a:t>
            </a:r>
            <a:r>
              <a:rPr lang="en-US" sz="2000" b="1" dirty="0">
                <a:solidFill>
                  <a:prstClr val="black">
                    <a:lumMod val="65000"/>
                    <a:lumOff val="35000"/>
                  </a:prstClr>
                </a:solidFill>
                <a:latin typeface="Casper" panose="02000506000000020004" pitchFamily="2" charset="0"/>
                <a:ea typeface="Karla" pitchFamily="2" charset="0"/>
                <a:cs typeface="Karla" pitchFamily="2" charset="0"/>
              </a:rPr>
              <a:t> . EMPOWER</a:t>
            </a:r>
            <a:endParaRPr lang="en-US" sz="1200" b="1" dirty="0">
              <a:solidFill>
                <a:prstClr val="black"/>
              </a:solidFill>
              <a:latin typeface="Casper" panose="02000506000000020004" pitchFamily="2" charset="0"/>
            </a:endParaRPr>
          </a:p>
          <a:p>
            <a:pPr eaLnBrk="1" hangingPunct="1"/>
            <a:endParaRPr lang="en-US" sz="1600" b="1" dirty="0">
              <a:latin typeface="Casper" panose="02000506000000020004" pitchFamily="2" charset="0"/>
            </a:endParaRPr>
          </a:p>
        </p:txBody>
      </p:sp>
      <p:sp>
        <p:nvSpPr>
          <p:cNvPr id="52" name="Rectangle 51"/>
          <p:cNvSpPr/>
          <p:nvPr/>
        </p:nvSpPr>
        <p:spPr>
          <a:xfrm>
            <a:off x="6885780" y="6043646"/>
            <a:ext cx="45719" cy="37062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TextBox 52"/>
          <p:cNvSpPr txBox="1">
            <a:spLocks noChangeArrowheads="1"/>
          </p:cNvSpPr>
          <p:nvPr/>
        </p:nvSpPr>
        <p:spPr bwMode="auto">
          <a:xfrm>
            <a:off x="382033" y="6089283"/>
            <a:ext cx="5882609" cy="4308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lgn="ctr" defTabSz="622300">
              <a:lnSpc>
                <a:spcPct val="90000"/>
              </a:lnSpc>
              <a:spcBef>
                <a:spcPct val="0"/>
              </a:spcBef>
              <a:spcAft>
                <a:spcPct val="35000"/>
              </a:spcAft>
            </a:pPr>
            <a:r>
              <a:rPr lang="en-US" sz="2400" b="1" dirty="0">
                <a:solidFill>
                  <a:srgbClr val="FF0000"/>
                </a:solidFill>
                <a:latin typeface="Times New Roman" pitchFamily="18" charset="0"/>
                <a:cs typeface="Times New Roman" pitchFamily="18" charset="0"/>
              </a:rPr>
              <a:t>Department of AIT-CSE</a:t>
            </a:r>
            <a:endParaRPr lang="en-US" sz="1600" dirty="0">
              <a:solidFill>
                <a:srgbClr val="FF0000"/>
              </a:solidFill>
              <a:latin typeface="Times New Roman" pitchFamily="18" charset="0"/>
              <a:cs typeface="Times New Roman" pitchFamily="18" charset="0"/>
            </a:endParaRPr>
          </a:p>
        </p:txBody>
      </p:sp>
      <p:sp>
        <p:nvSpPr>
          <p:cNvPr id="26" name="TextBox 25"/>
          <p:cNvSpPr txBox="1">
            <a:spLocks noChangeArrowheads="1"/>
          </p:cNvSpPr>
          <p:nvPr/>
        </p:nvSpPr>
        <p:spPr bwMode="auto">
          <a:xfrm>
            <a:off x="1874194" y="355255"/>
            <a:ext cx="8477097" cy="64633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algn="ctr"/>
            <a:r>
              <a:rPr lang="en-US" sz="3600" b="1" dirty="0">
                <a:latin typeface="Raleway ExtraBold" pitchFamily="34" charset="-52"/>
              </a:rPr>
              <a:t>Online Learning Impact analysis</a:t>
            </a:r>
          </a:p>
        </p:txBody>
      </p:sp>
      <p:sp>
        <p:nvSpPr>
          <p:cNvPr id="15" name="Slide Number Placeholder 14"/>
          <p:cNvSpPr>
            <a:spLocks noGrp="1"/>
          </p:cNvSpPr>
          <p:nvPr>
            <p:ph type="sldNum" sz="quarter" idx="12"/>
          </p:nvPr>
        </p:nvSpPr>
        <p:spPr/>
        <p:txBody>
          <a:bodyPr/>
          <a:lstStyle/>
          <a:p>
            <a:fld id="{BDCDBBEF-AA6C-4BA6-85B2-A17D7F280E38}" type="slidenum">
              <a:rPr lang="en-US" smtClean="0"/>
              <a:pPr/>
              <a:t>1</a:t>
            </a:fld>
            <a:endParaRPr lang="en-US"/>
          </a:p>
        </p:txBody>
      </p:sp>
      <p:sp>
        <p:nvSpPr>
          <p:cNvPr id="5" name="TextBox 4"/>
          <p:cNvSpPr txBox="1"/>
          <p:nvPr/>
        </p:nvSpPr>
        <p:spPr>
          <a:xfrm>
            <a:off x="1697678" y="4249678"/>
            <a:ext cx="3604000" cy="1631216"/>
          </a:xfrm>
          <a:prstGeom prst="rect">
            <a:avLst/>
          </a:prstGeom>
          <a:noFill/>
        </p:spPr>
        <p:txBody>
          <a:bodyPr wrap="square" rtlCol="0">
            <a:spAutoFit/>
          </a:bodyPr>
          <a:lstStyle/>
          <a:p>
            <a:r>
              <a:rPr lang="en-US" sz="2000" b="1" dirty="0"/>
              <a:t>Submitted by: </a:t>
            </a:r>
          </a:p>
          <a:p>
            <a:r>
              <a:rPr lang="en-US" sz="2000" dirty="0"/>
              <a:t>RAJ SINGH                22BDA70035</a:t>
            </a:r>
            <a:br>
              <a:rPr lang="en-US" sz="2000" dirty="0"/>
            </a:br>
            <a:r>
              <a:rPr lang="en-US" sz="2000" dirty="0"/>
              <a:t>ANMOL RANA          22BDA70032</a:t>
            </a:r>
            <a:br>
              <a:rPr lang="en-US" sz="2000" dirty="0"/>
            </a:br>
            <a:r>
              <a:rPr lang="en-US" sz="2000" dirty="0"/>
              <a:t>GAUTAM SINGLA     22BDA70030</a:t>
            </a:r>
            <a:br>
              <a:rPr lang="en-US" sz="2000" dirty="0"/>
            </a:br>
            <a:r>
              <a:rPr lang="en-US" sz="2000" dirty="0"/>
              <a:t>SIDHARTH PUNDIR  22BDA70006</a:t>
            </a:r>
          </a:p>
        </p:txBody>
      </p:sp>
      <p:sp>
        <p:nvSpPr>
          <p:cNvPr id="6" name="TextBox 5"/>
          <p:cNvSpPr txBox="1"/>
          <p:nvPr/>
        </p:nvSpPr>
        <p:spPr>
          <a:xfrm>
            <a:off x="7681250" y="4725655"/>
            <a:ext cx="2971326" cy="707886"/>
          </a:xfrm>
          <a:prstGeom prst="rect">
            <a:avLst/>
          </a:prstGeom>
          <a:noFill/>
        </p:spPr>
        <p:txBody>
          <a:bodyPr wrap="none" rtlCol="0">
            <a:spAutoFit/>
          </a:bodyPr>
          <a:lstStyle/>
          <a:p>
            <a:r>
              <a:rPr lang="en-US" sz="2000" b="1" dirty="0"/>
              <a:t>Under the Supervision of: </a:t>
            </a:r>
            <a:endParaRPr lang="en-US" sz="2000" dirty="0"/>
          </a:p>
          <a:p>
            <a:r>
              <a:rPr lang="en-US" sz="2000" b="1" dirty="0"/>
              <a:t>DR. AMARDEEP SINGH</a:t>
            </a:r>
          </a:p>
        </p:txBody>
      </p:sp>
    </p:spTree>
    <p:extLst>
      <p:ext uri="{BB962C8B-B14F-4D97-AF65-F5344CB8AC3E}">
        <p14:creationId xmlns:p14="http://schemas.microsoft.com/office/powerpoint/2010/main" val="4565021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85676" y="365126"/>
            <a:ext cx="10515600" cy="976206"/>
          </a:xfrm>
        </p:spPr>
        <p:txBody>
          <a:bodyPr/>
          <a:lstStyle/>
          <a:p>
            <a:r>
              <a:rPr lang="en-US" b="1" dirty="0">
                <a:latin typeface="Times New Roman"/>
                <a:cs typeface="Times New Roman"/>
              </a:rPr>
              <a:t>Outline</a:t>
            </a:r>
          </a:p>
        </p:txBody>
      </p:sp>
      <p:sp>
        <p:nvSpPr>
          <p:cNvPr id="3" name="Content Placeholder 2"/>
          <p:cNvSpPr>
            <a:spLocks noGrp="1"/>
          </p:cNvSpPr>
          <p:nvPr>
            <p:ph idx="1"/>
          </p:nvPr>
        </p:nvSpPr>
        <p:spPr>
          <a:xfrm>
            <a:off x="838200" y="1588220"/>
            <a:ext cx="10515600" cy="4952253"/>
          </a:xfrm>
        </p:spPr>
        <p:txBody>
          <a:bodyPr>
            <a:normAutofit/>
          </a:bodyPr>
          <a:lstStyle/>
          <a:p>
            <a:r>
              <a:rPr lang="en-US" dirty="0">
                <a:latin typeface="Times New Roman"/>
                <a:cs typeface="Times New Roman"/>
              </a:rPr>
              <a:t>Introduction to Project</a:t>
            </a:r>
          </a:p>
          <a:p>
            <a:r>
              <a:rPr lang="en-US" dirty="0">
                <a:latin typeface="Times New Roman"/>
                <a:cs typeface="Times New Roman"/>
              </a:rPr>
              <a:t>Problem Formulation</a:t>
            </a:r>
          </a:p>
          <a:p>
            <a:r>
              <a:rPr lang="en-US" dirty="0">
                <a:latin typeface="Times New Roman"/>
                <a:cs typeface="Times New Roman"/>
              </a:rPr>
              <a:t>Objectives of the work </a:t>
            </a:r>
          </a:p>
          <a:p>
            <a:r>
              <a:rPr lang="en-US" dirty="0">
                <a:latin typeface="Times New Roman"/>
                <a:cs typeface="Times New Roman"/>
              </a:rPr>
              <a:t>Solution</a:t>
            </a:r>
            <a:endParaRPr lang="en-US" spc="-10" dirty="0">
              <a:latin typeface="Times New Roman"/>
              <a:cs typeface="Times New Roman"/>
            </a:endParaRPr>
          </a:p>
          <a:p>
            <a:r>
              <a:rPr lang="en-US" spc="-10" dirty="0">
                <a:latin typeface="Times New Roman"/>
                <a:cs typeface="Times New Roman"/>
              </a:rPr>
              <a:t>Conclusion</a:t>
            </a:r>
          </a:p>
          <a:p>
            <a:endParaRPr lang="en-US" dirty="0"/>
          </a:p>
          <a:p>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2</a:t>
            </a:fld>
            <a:endParaRPr lang="en-US"/>
          </a:p>
        </p:txBody>
      </p:sp>
      <p:pic>
        <p:nvPicPr>
          <p:cNvPr id="3074" name="Picture 2">
            <a:extLst>
              <a:ext uri="{FF2B5EF4-FFF2-40B4-BE49-F238E27FC236}">
                <a16:creationId xmlns:a16="http://schemas.microsoft.com/office/drawing/2014/main" id="{30E211FF-6BF4-4305-F38D-03AD68578ED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40960" y="0"/>
            <a:ext cx="705104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059825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21660" y="243205"/>
            <a:ext cx="5948680" cy="1325563"/>
          </a:xfrm>
        </p:spPr>
        <p:txBody>
          <a:bodyPr/>
          <a:lstStyle/>
          <a:p>
            <a:pPr algn="ctr"/>
            <a:r>
              <a:rPr lang="en-US" b="1" u="sng" dirty="0"/>
              <a:t>Introduction</a:t>
            </a:r>
          </a:p>
        </p:txBody>
      </p:sp>
      <p:sp>
        <p:nvSpPr>
          <p:cNvPr id="3" name="Content Placeholder 2"/>
          <p:cNvSpPr>
            <a:spLocks noGrp="1"/>
          </p:cNvSpPr>
          <p:nvPr>
            <p:ph idx="1"/>
          </p:nvPr>
        </p:nvSpPr>
        <p:spPr>
          <a:xfrm>
            <a:off x="1219200" y="1690688"/>
            <a:ext cx="10134600" cy="4144963"/>
          </a:xfrm>
        </p:spPr>
        <p:txBody>
          <a:bodyPr>
            <a:normAutofit fontScale="92500" lnSpcReduction="20000"/>
          </a:bodyPr>
          <a:lstStyle/>
          <a:p>
            <a:pPr algn="just"/>
            <a:r>
              <a:rPr lang="en-US" dirty="0"/>
              <a:t>Online learning has become an essential part of modern education due to advancements in digital technology and widespread internet access. Educational institutions increasingly rely on online platforms to deliver academic content, skill-based training, and self-paced learning opportunities.</a:t>
            </a:r>
          </a:p>
          <a:p>
            <a:pPr algn="just"/>
            <a:r>
              <a:rPr lang="en-US" dirty="0"/>
              <a:t>While online learning offers flexibility and accessibility, its effectiveness varies significantly among students. Some learners benefit from digital platforms, while others face challenges such as distractions, inconsistent study routines, and reduced engagement.</a:t>
            </a:r>
          </a:p>
          <a:p>
            <a:pPr algn="just"/>
            <a:r>
              <a:rPr lang="en-US" dirty="0"/>
              <a:t>This project focuses on analyzing the impact of online learning on students by studying their learning patterns, usage frequency, and perceived effectiveness using data analytics and visualization techniques.</a:t>
            </a:r>
          </a:p>
        </p:txBody>
      </p:sp>
      <p:sp>
        <p:nvSpPr>
          <p:cNvPr id="4" name="Slide Number Placeholder 3"/>
          <p:cNvSpPr>
            <a:spLocks noGrp="1"/>
          </p:cNvSpPr>
          <p:nvPr>
            <p:ph type="sldNum" sz="quarter" idx="12"/>
          </p:nvPr>
        </p:nvSpPr>
        <p:spPr/>
        <p:txBody>
          <a:bodyPr/>
          <a:lstStyle/>
          <a:p>
            <a:fld id="{BDCDBBEF-AA6C-4BA6-85B2-A17D7F280E38}" type="slidenum">
              <a:rPr lang="en-US" smtClean="0"/>
              <a:pPr/>
              <a:t>3</a:t>
            </a:fld>
            <a:endParaRPr lang="en-US"/>
          </a:p>
        </p:txBody>
      </p:sp>
    </p:spTree>
    <p:extLst>
      <p:ext uri="{BB962C8B-B14F-4D97-AF65-F5344CB8AC3E}">
        <p14:creationId xmlns:p14="http://schemas.microsoft.com/office/powerpoint/2010/main" val="34010127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u="sng" dirty="0"/>
              <a:t>Problem Formulation</a:t>
            </a:r>
          </a:p>
        </p:txBody>
      </p:sp>
      <p:sp>
        <p:nvSpPr>
          <p:cNvPr id="4" name="Slide Number Placeholder 3"/>
          <p:cNvSpPr>
            <a:spLocks noGrp="1"/>
          </p:cNvSpPr>
          <p:nvPr>
            <p:ph type="sldNum" sz="quarter" idx="12"/>
          </p:nvPr>
        </p:nvSpPr>
        <p:spPr/>
        <p:txBody>
          <a:bodyPr/>
          <a:lstStyle/>
          <a:p>
            <a:fld id="{BDCDBBEF-AA6C-4BA6-85B2-A17D7F280E38}" type="slidenum">
              <a:rPr lang="en-US" smtClean="0"/>
              <a:pPr/>
              <a:t>4</a:t>
            </a:fld>
            <a:endParaRPr lang="en-US"/>
          </a:p>
        </p:txBody>
      </p:sp>
      <p:sp>
        <p:nvSpPr>
          <p:cNvPr id="5" name="Rectangle 4">
            <a:extLst>
              <a:ext uri="{FF2B5EF4-FFF2-40B4-BE49-F238E27FC236}">
                <a16:creationId xmlns:a16="http://schemas.microsoft.com/office/drawing/2014/main" id="{F7EAE3A8-D89D-3A0D-B861-C04D591809E6}"/>
              </a:ext>
            </a:extLst>
          </p:cNvPr>
          <p:cNvSpPr/>
          <p:nvPr/>
        </p:nvSpPr>
        <p:spPr>
          <a:xfrm>
            <a:off x="838197" y="1661262"/>
            <a:ext cx="4890247" cy="1325563"/>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Despite the widespread adoption of online learning platforms, there is limited understanding of how students actually learn using these tools. High usage of online platforms does not always result in effective learning outcomes.</a:t>
            </a:r>
          </a:p>
        </p:txBody>
      </p:sp>
      <p:sp>
        <p:nvSpPr>
          <p:cNvPr id="3" name="Rectangle 2">
            <a:extLst>
              <a:ext uri="{FF2B5EF4-FFF2-40B4-BE49-F238E27FC236}">
                <a16:creationId xmlns:a16="http://schemas.microsoft.com/office/drawing/2014/main" id="{79EA3157-9655-E047-7819-A9DCAB86829B}"/>
              </a:ext>
            </a:extLst>
          </p:cNvPr>
          <p:cNvSpPr/>
          <p:nvPr/>
        </p:nvSpPr>
        <p:spPr>
          <a:xfrm>
            <a:off x="5999476" y="1590040"/>
            <a:ext cx="4890247" cy="2809240"/>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solidFill>
                  <a:schemeClr val="tx1"/>
                </a:solidFill>
              </a:rPr>
              <a:t>Key challenges:</a:t>
            </a:r>
            <a:r>
              <a:rPr lang="en-US" dirty="0">
                <a:solidFill>
                  <a:schemeClr val="tx1"/>
                </a:solidFill>
              </a:rPr>
              <a:t> </a:t>
            </a:r>
          </a:p>
          <a:p>
            <a:pPr marL="285750" indent="-285750">
              <a:buFont typeface="Arial" panose="020B0604020202020204" pitchFamily="34" charset="0"/>
              <a:buChar char="•"/>
            </a:pPr>
            <a:r>
              <a:rPr lang="en-US" dirty="0">
                <a:solidFill>
                  <a:schemeClr val="tx1"/>
                </a:solidFill>
              </a:rPr>
              <a:t>Fragmented learning sessions</a:t>
            </a:r>
          </a:p>
          <a:p>
            <a:pPr marL="285750" indent="-285750">
              <a:buFont typeface="Arial" panose="020B0604020202020204" pitchFamily="34" charset="0"/>
              <a:buChar char="•"/>
            </a:pPr>
            <a:r>
              <a:rPr lang="en-US" dirty="0">
                <a:solidFill>
                  <a:schemeClr val="tx1"/>
                </a:solidFill>
              </a:rPr>
              <a:t>Multitasking </a:t>
            </a:r>
          </a:p>
          <a:p>
            <a:pPr marL="285750" indent="-285750">
              <a:buFont typeface="Arial" panose="020B0604020202020204" pitchFamily="34" charset="0"/>
              <a:buChar char="•"/>
            </a:pPr>
            <a:r>
              <a:rPr lang="en-US" dirty="0">
                <a:solidFill>
                  <a:schemeClr val="tx1"/>
                </a:solidFill>
              </a:rPr>
              <a:t>Passive content consumption</a:t>
            </a:r>
          </a:p>
          <a:p>
            <a:pPr marL="285750" indent="-285750">
              <a:buFont typeface="Arial" panose="020B0604020202020204" pitchFamily="34" charset="0"/>
              <a:buChar char="•"/>
            </a:pPr>
            <a:r>
              <a:rPr lang="en-US" dirty="0">
                <a:solidFill>
                  <a:schemeClr val="tx1"/>
                </a:solidFill>
              </a:rPr>
              <a:t>Lack of self-regulation </a:t>
            </a:r>
          </a:p>
          <a:p>
            <a:endParaRPr lang="en-US" dirty="0">
              <a:solidFill>
                <a:schemeClr val="tx1"/>
              </a:solidFill>
            </a:endParaRPr>
          </a:p>
          <a:p>
            <a:r>
              <a:rPr lang="en-US" dirty="0">
                <a:solidFill>
                  <a:schemeClr val="tx1"/>
                </a:solidFill>
              </a:rPr>
              <a:t>Additionally, educational institutions lack structured, data-driven mechanisms to evaluate online learning effectiveness and identify ineffective learning behaviors.</a:t>
            </a:r>
          </a:p>
        </p:txBody>
      </p:sp>
      <p:sp>
        <p:nvSpPr>
          <p:cNvPr id="8" name="TextBox 7">
            <a:extLst>
              <a:ext uri="{FF2B5EF4-FFF2-40B4-BE49-F238E27FC236}">
                <a16:creationId xmlns:a16="http://schemas.microsoft.com/office/drawing/2014/main" id="{A7C07E96-531F-DC0D-FFA6-B4B4AAA9E82C}"/>
              </a:ext>
            </a:extLst>
          </p:cNvPr>
          <p:cNvSpPr txBox="1"/>
          <p:nvPr/>
        </p:nvSpPr>
        <p:spPr>
          <a:xfrm>
            <a:off x="1087120" y="4946415"/>
            <a:ext cx="8534400" cy="646331"/>
          </a:xfrm>
          <a:prstGeom prst="rect">
            <a:avLst/>
          </a:prstGeom>
          <a:noFill/>
        </p:spPr>
        <p:txBody>
          <a:bodyPr wrap="square">
            <a:spAutoFit/>
          </a:bodyPr>
          <a:lstStyle/>
          <a:p>
            <a:r>
              <a:rPr lang="en-US" dirty="0"/>
              <a:t>This creates a need for an analytical approach to assess student learning patterns, usage frequency, and perceived effectiveness of online education tools.</a:t>
            </a:r>
            <a:endParaRPr lang="en-IN" dirty="0"/>
          </a:p>
        </p:txBody>
      </p:sp>
    </p:spTree>
    <p:extLst>
      <p:ext uri="{BB962C8B-B14F-4D97-AF65-F5344CB8AC3E}">
        <p14:creationId xmlns:p14="http://schemas.microsoft.com/office/powerpoint/2010/main" val="40930345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6CC70D71-74D5-4E82-CCAB-CECFAA37A3C2}"/>
              </a:ext>
            </a:extLst>
          </p:cNvPr>
          <p:cNvSpPr/>
          <p:nvPr/>
        </p:nvSpPr>
        <p:spPr>
          <a:xfrm>
            <a:off x="838200" y="1798451"/>
            <a:ext cx="10515600" cy="4351338"/>
          </a:xfrm>
          <a:prstGeom prst="rect">
            <a:avLst/>
          </a:prstGeom>
          <a:solidFill>
            <a:schemeClr val="bg1"/>
          </a:solidFill>
          <a:ln w="28575">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p:cNvSpPr>
            <a:spLocks noGrp="1"/>
          </p:cNvSpPr>
          <p:nvPr>
            <p:ph type="title"/>
          </p:nvPr>
        </p:nvSpPr>
        <p:spPr/>
        <p:txBody>
          <a:bodyPr/>
          <a:lstStyle/>
          <a:p>
            <a:pPr algn="ctr"/>
            <a:r>
              <a:rPr lang="en-IN" b="1" u="sng" dirty="0"/>
              <a:t>Objectives of the Work</a:t>
            </a:r>
            <a:endParaRPr lang="en-US" b="1" u="sng" dirty="0"/>
          </a:p>
        </p:txBody>
      </p:sp>
      <p:sp>
        <p:nvSpPr>
          <p:cNvPr id="3" name="Content Placeholder 2"/>
          <p:cNvSpPr>
            <a:spLocks noGrp="1"/>
          </p:cNvSpPr>
          <p:nvPr>
            <p:ph idx="1"/>
          </p:nvPr>
        </p:nvSpPr>
        <p:spPr/>
        <p:txBody>
          <a:bodyPr>
            <a:normAutofit/>
          </a:bodyPr>
          <a:lstStyle/>
          <a:p>
            <a:r>
              <a:rPr lang="en-US" dirty="0"/>
              <a:t>To </a:t>
            </a:r>
            <a:r>
              <a:rPr lang="en-US" dirty="0" err="1"/>
              <a:t>analyse</a:t>
            </a:r>
            <a:r>
              <a:rPr lang="en-US" dirty="0"/>
              <a:t> students’ learning patterns while using online learning platforms.</a:t>
            </a:r>
          </a:p>
          <a:p>
            <a:r>
              <a:rPr lang="en-US" dirty="0"/>
              <a:t>To examine the usage frequency of online learning tools among students.</a:t>
            </a:r>
          </a:p>
          <a:p>
            <a:r>
              <a:rPr lang="en-US" dirty="0"/>
              <a:t>To evaluate student’s perceived effectiveness of online education.</a:t>
            </a:r>
          </a:p>
          <a:p>
            <a:r>
              <a:rPr lang="en-US" dirty="0"/>
              <a:t>To identify behavioral factors affecting learning effectiveness.</a:t>
            </a:r>
          </a:p>
          <a:p>
            <a:r>
              <a:rPr lang="en-US" dirty="0"/>
              <a:t>To provide data-driven insights using statistical analysis and interactive dashboards.</a:t>
            </a:r>
          </a:p>
        </p:txBody>
      </p:sp>
      <p:sp>
        <p:nvSpPr>
          <p:cNvPr id="4" name="Slide Number Placeholder 3"/>
          <p:cNvSpPr>
            <a:spLocks noGrp="1"/>
          </p:cNvSpPr>
          <p:nvPr>
            <p:ph type="sldNum" sz="quarter" idx="12"/>
          </p:nvPr>
        </p:nvSpPr>
        <p:spPr/>
        <p:txBody>
          <a:bodyPr/>
          <a:lstStyle/>
          <a:p>
            <a:fld id="{BDCDBBEF-AA6C-4BA6-85B2-A17D7F280E38}" type="slidenum">
              <a:rPr lang="en-US" smtClean="0"/>
              <a:pPr/>
              <a:t>5</a:t>
            </a:fld>
            <a:endParaRPr lang="en-US"/>
          </a:p>
        </p:txBody>
      </p:sp>
    </p:spTree>
    <p:extLst>
      <p:ext uri="{BB962C8B-B14F-4D97-AF65-F5344CB8AC3E}">
        <p14:creationId xmlns:p14="http://schemas.microsoft.com/office/powerpoint/2010/main" val="4749653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36525"/>
            <a:ext cx="10515600" cy="1325563"/>
          </a:xfrm>
        </p:spPr>
        <p:txBody>
          <a:bodyPr/>
          <a:lstStyle/>
          <a:p>
            <a:pPr algn="ctr"/>
            <a:r>
              <a:rPr lang="en-US" b="1" u="sng" dirty="0"/>
              <a:t>Proposed Solution</a:t>
            </a:r>
          </a:p>
        </p:txBody>
      </p:sp>
      <p:sp>
        <p:nvSpPr>
          <p:cNvPr id="4" name="Slide Number Placeholder 3"/>
          <p:cNvSpPr>
            <a:spLocks noGrp="1"/>
          </p:cNvSpPr>
          <p:nvPr>
            <p:ph type="sldNum" sz="quarter" idx="12"/>
          </p:nvPr>
        </p:nvSpPr>
        <p:spPr/>
        <p:txBody>
          <a:bodyPr/>
          <a:lstStyle/>
          <a:p>
            <a:fld id="{BDCDBBEF-AA6C-4BA6-85B2-A17D7F280E38}" type="slidenum">
              <a:rPr lang="en-US" smtClean="0"/>
              <a:pPr/>
              <a:t>6</a:t>
            </a:fld>
            <a:endParaRPr lang="en-US"/>
          </a:p>
        </p:txBody>
      </p:sp>
      <p:sp>
        <p:nvSpPr>
          <p:cNvPr id="5" name="Rectangle: Rounded Corners 4">
            <a:extLst>
              <a:ext uri="{FF2B5EF4-FFF2-40B4-BE49-F238E27FC236}">
                <a16:creationId xmlns:a16="http://schemas.microsoft.com/office/drawing/2014/main" id="{D6ED68FD-605E-8519-6F66-B8AD338A53C3}"/>
              </a:ext>
            </a:extLst>
          </p:cNvPr>
          <p:cNvSpPr/>
          <p:nvPr/>
        </p:nvSpPr>
        <p:spPr>
          <a:xfrm>
            <a:off x="268941" y="1604682"/>
            <a:ext cx="2982259" cy="551329"/>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 Anonymous Data Collection</a:t>
            </a:r>
          </a:p>
          <a:p>
            <a:endParaRPr lang="en-US" sz="100" b="1" dirty="0">
              <a:solidFill>
                <a:schemeClr val="tx1"/>
              </a:solidFill>
            </a:endParaRPr>
          </a:p>
        </p:txBody>
      </p:sp>
      <p:sp>
        <p:nvSpPr>
          <p:cNvPr id="6" name="Rectangle: Rounded Corners 5">
            <a:extLst>
              <a:ext uri="{FF2B5EF4-FFF2-40B4-BE49-F238E27FC236}">
                <a16:creationId xmlns:a16="http://schemas.microsoft.com/office/drawing/2014/main" id="{0A2B6ED1-CD1A-E34A-4D8E-8086E26B32CE}"/>
              </a:ext>
            </a:extLst>
          </p:cNvPr>
          <p:cNvSpPr/>
          <p:nvPr/>
        </p:nvSpPr>
        <p:spPr>
          <a:xfrm>
            <a:off x="3883955" y="1604681"/>
            <a:ext cx="2129118" cy="551329"/>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 Data Cleaning &amp; Preprocessing:</a:t>
            </a:r>
          </a:p>
        </p:txBody>
      </p:sp>
      <p:sp>
        <p:nvSpPr>
          <p:cNvPr id="7" name="Rectangle: Rounded Corners 6">
            <a:extLst>
              <a:ext uri="{FF2B5EF4-FFF2-40B4-BE49-F238E27FC236}">
                <a16:creationId xmlns:a16="http://schemas.microsoft.com/office/drawing/2014/main" id="{9EBF7EC1-53E6-5BFA-8E89-945C15ECB8A3}"/>
              </a:ext>
            </a:extLst>
          </p:cNvPr>
          <p:cNvSpPr/>
          <p:nvPr/>
        </p:nvSpPr>
        <p:spPr>
          <a:xfrm>
            <a:off x="6705672" y="1519514"/>
            <a:ext cx="1809974" cy="721661"/>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 Interactive Visualization</a:t>
            </a:r>
          </a:p>
        </p:txBody>
      </p:sp>
      <p:sp>
        <p:nvSpPr>
          <p:cNvPr id="8" name="Rectangle: Rounded Corners 7">
            <a:extLst>
              <a:ext uri="{FF2B5EF4-FFF2-40B4-BE49-F238E27FC236}">
                <a16:creationId xmlns:a16="http://schemas.microsoft.com/office/drawing/2014/main" id="{160126F0-0CAC-C3A4-5571-81A3B0F5FDD4}"/>
              </a:ext>
            </a:extLst>
          </p:cNvPr>
          <p:cNvSpPr/>
          <p:nvPr/>
        </p:nvSpPr>
        <p:spPr>
          <a:xfrm>
            <a:off x="9145307" y="1519514"/>
            <a:ext cx="2418380" cy="721661"/>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🎯Apply Basic Statistical tools</a:t>
            </a:r>
            <a:endParaRPr lang="en-US" dirty="0">
              <a:solidFill>
                <a:schemeClr val="tx1"/>
              </a:solidFill>
            </a:endParaRPr>
          </a:p>
        </p:txBody>
      </p:sp>
      <p:sp>
        <p:nvSpPr>
          <p:cNvPr id="9" name="Rectangle: Rounded Corners 8">
            <a:extLst>
              <a:ext uri="{FF2B5EF4-FFF2-40B4-BE49-F238E27FC236}">
                <a16:creationId xmlns:a16="http://schemas.microsoft.com/office/drawing/2014/main" id="{6B8F098A-B5BD-E3DA-38E9-DEBC6E79B8D0}"/>
              </a:ext>
            </a:extLst>
          </p:cNvPr>
          <p:cNvSpPr/>
          <p:nvPr/>
        </p:nvSpPr>
        <p:spPr>
          <a:xfrm>
            <a:off x="9240219" y="3098333"/>
            <a:ext cx="2545381" cy="649942"/>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Data Visualization using tools</a:t>
            </a:r>
            <a:endParaRPr lang="en-US" dirty="0">
              <a:solidFill>
                <a:schemeClr val="tx1"/>
              </a:solidFill>
            </a:endParaRPr>
          </a:p>
        </p:txBody>
      </p:sp>
      <p:sp>
        <p:nvSpPr>
          <p:cNvPr id="10" name="Arrow: Right 9">
            <a:extLst>
              <a:ext uri="{FF2B5EF4-FFF2-40B4-BE49-F238E27FC236}">
                <a16:creationId xmlns:a16="http://schemas.microsoft.com/office/drawing/2014/main" id="{B22B0433-D266-D25D-F2D4-87CAC3652D20}"/>
              </a:ext>
            </a:extLst>
          </p:cNvPr>
          <p:cNvSpPr/>
          <p:nvPr/>
        </p:nvSpPr>
        <p:spPr>
          <a:xfrm>
            <a:off x="3409128" y="1755647"/>
            <a:ext cx="407893" cy="17032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Arrow: Right 13">
            <a:extLst>
              <a:ext uri="{FF2B5EF4-FFF2-40B4-BE49-F238E27FC236}">
                <a16:creationId xmlns:a16="http://schemas.microsoft.com/office/drawing/2014/main" id="{B549C136-B2CF-C294-FE26-79E9278D9308}"/>
              </a:ext>
            </a:extLst>
          </p:cNvPr>
          <p:cNvSpPr/>
          <p:nvPr/>
        </p:nvSpPr>
        <p:spPr>
          <a:xfrm rot="5400000">
            <a:off x="10308962" y="2584589"/>
            <a:ext cx="407893" cy="17032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Arrow: Right 11">
            <a:extLst>
              <a:ext uri="{FF2B5EF4-FFF2-40B4-BE49-F238E27FC236}">
                <a16:creationId xmlns:a16="http://schemas.microsoft.com/office/drawing/2014/main" id="{6FD46699-5120-509A-D3EA-1F976471F8E3}"/>
              </a:ext>
            </a:extLst>
          </p:cNvPr>
          <p:cNvSpPr/>
          <p:nvPr/>
        </p:nvSpPr>
        <p:spPr>
          <a:xfrm>
            <a:off x="6178929" y="1753019"/>
            <a:ext cx="407893" cy="17032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Arrow: Right 14">
            <a:extLst>
              <a:ext uri="{FF2B5EF4-FFF2-40B4-BE49-F238E27FC236}">
                <a16:creationId xmlns:a16="http://schemas.microsoft.com/office/drawing/2014/main" id="{C4DF06BB-7E94-3B3E-CBD1-51EE8A9CF9B6}"/>
              </a:ext>
            </a:extLst>
          </p:cNvPr>
          <p:cNvSpPr/>
          <p:nvPr/>
        </p:nvSpPr>
        <p:spPr>
          <a:xfrm>
            <a:off x="8650935" y="1753019"/>
            <a:ext cx="407893" cy="17032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Rectangle: Rounded Corners 15">
            <a:extLst>
              <a:ext uri="{FF2B5EF4-FFF2-40B4-BE49-F238E27FC236}">
                <a16:creationId xmlns:a16="http://schemas.microsoft.com/office/drawing/2014/main" id="{7D076C6D-9F2C-D349-9669-E226E4975FD6}"/>
              </a:ext>
            </a:extLst>
          </p:cNvPr>
          <p:cNvSpPr/>
          <p:nvPr/>
        </p:nvSpPr>
        <p:spPr>
          <a:xfrm>
            <a:off x="268941" y="3280914"/>
            <a:ext cx="5027563" cy="2205485"/>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US" dirty="0">
                <a:solidFill>
                  <a:schemeClr val="tx1"/>
                </a:solidFill>
              </a:rPr>
              <a:t>The system introduces innovative behavioral metrics such as the </a:t>
            </a:r>
            <a:r>
              <a:rPr lang="en-US" b="1" dirty="0">
                <a:solidFill>
                  <a:schemeClr val="tx1"/>
                </a:solidFill>
              </a:rPr>
              <a:t>Learning Fragmentation Index (LFI)</a:t>
            </a:r>
            <a:r>
              <a:rPr lang="en-US" dirty="0">
                <a:solidFill>
                  <a:schemeClr val="tx1"/>
                </a:solidFill>
              </a:rPr>
              <a:t> and </a:t>
            </a:r>
            <a:r>
              <a:rPr lang="en-US" b="1" dirty="0">
                <a:solidFill>
                  <a:schemeClr val="tx1"/>
                </a:solidFill>
              </a:rPr>
              <a:t>Replay Dependency Phenomenon (RDP)</a:t>
            </a:r>
            <a:r>
              <a:rPr lang="en-US" dirty="0">
                <a:solidFill>
                  <a:schemeClr val="tx1"/>
                </a:solidFill>
              </a:rPr>
              <a:t> to explain why high usage does not always lead to effective learning. Automated insights and recommendations are generated based on predefined thresholds.</a:t>
            </a:r>
          </a:p>
        </p:txBody>
      </p:sp>
    </p:spTree>
    <p:extLst>
      <p:ext uri="{BB962C8B-B14F-4D97-AF65-F5344CB8AC3E}">
        <p14:creationId xmlns:p14="http://schemas.microsoft.com/office/powerpoint/2010/main" val="22852401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96720" y="243205"/>
            <a:ext cx="5664200" cy="1325563"/>
          </a:xfrm>
        </p:spPr>
        <p:txBody>
          <a:bodyPr/>
          <a:lstStyle/>
          <a:p>
            <a:pPr algn="ctr"/>
            <a:r>
              <a:rPr lang="en-US" b="1" u="sng" dirty="0"/>
              <a:t>Empowering Universities for a Healthier Future</a:t>
            </a:r>
          </a:p>
        </p:txBody>
      </p:sp>
      <p:sp>
        <p:nvSpPr>
          <p:cNvPr id="3" name="Content Placeholder 2"/>
          <p:cNvSpPr>
            <a:spLocks noGrp="1"/>
          </p:cNvSpPr>
          <p:nvPr>
            <p:ph idx="1"/>
          </p:nvPr>
        </p:nvSpPr>
        <p:spPr>
          <a:xfrm>
            <a:off x="838200" y="1825625"/>
            <a:ext cx="7381240" cy="4351338"/>
          </a:xfrm>
        </p:spPr>
        <p:txBody>
          <a:bodyPr>
            <a:normAutofit fontScale="92500" lnSpcReduction="10000"/>
          </a:bodyPr>
          <a:lstStyle/>
          <a:p>
            <a:pPr algn="just"/>
            <a:r>
              <a:rPr lang="en-US" dirty="0"/>
              <a:t>The project highlights that online learning effectiveness depends more on student behavior and engagement than on usage alone. Learning patterns such as fragmented study sessions and excessive replay usage negatively impact learning outcomes.</a:t>
            </a:r>
          </a:p>
          <a:p>
            <a:pPr algn="just"/>
            <a:r>
              <a:rPr lang="en-US" dirty="0"/>
              <a:t>By applying data analytics and visualization techniques, the proposed system provides deeper insights into student learning behavior. The project supports evidence-based decision-making for improving online learning strategies and enhancing student learning experiences.</a:t>
            </a:r>
          </a:p>
        </p:txBody>
      </p:sp>
      <p:sp>
        <p:nvSpPr>
          <p:cNvPr id="4" name="Slide Number Placeholder 3"/>
          <p:cNvSpPr>
            <a:spLocks noGrp="1"/>
          </p:cNvSpPr>
          <p:nvPr>
            <p:ph type="sldNum" sz="quarter" idx="12"/>
          </p:nvPr>
        </p:nvSpPr>
        <p:spPr/>
        <p:txBody>
          <a:bodyPr/>
          <a:lstStyle/>
          <a:p>
            <a:fld id="{BDCDBBEF-AA6C-4BA6-85B2-A17D7F280E38}" type="slidenum">
              <a:rPr lang="en-US" smtClean="0"/>
              <a:pPr/>
              <a:t>7</a:t>
            </a:fld>
            <a:endParaRPr lang="en-US"/>
          </a:p>
        </p:txBody>
      </p:sp>
      <p:pic>
        <p:nvPicPr>
          <p:cNvPr id="2050" name="Picture 2">
            <a:extLst>
              <a:ext uri="{FF2B5EF4-FFF2-40B4-BE49-F238E27FC236}">
                <a16:creationId xmlns:a16="http://schemas.microsoft.com/office/drawing/2014/main" id="{4CF1C8E3-78F2-D81C-342E-48DDF9C1E70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31200" y="0"/>
            <a:ext cx="38608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03662714"/>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Contents Slide Master">
  <a:themeElements>
    <a:clrScheme name="ALLPPT-COLOR-A33">
      <a:dk1>
        <a:sysClr val="windowText" lastClr="000000"/>
      </a:dk1>
      <a:lt1>
        <a:sysClr val="window" lastClr="FFFFFF"/>
      </a:lt1>
      <a:dk2>
        <a:srgbClr val="1F497D"/>
      </a:dk2>
      <a:lt2>
        <a:srgbClr val="EEECE1"/>
      </a:lt2>
      <a:accent1>
        <a:srgbClr val="EF4A4A"/>
      </a:accent1>
      <a:accent2>
        <a:srgbClr val="262626"/>
      </a:accent2>
      <a:accent3>
        <a:srgbClr val="EF4A4A"/>
      </a:accent3>
      <a:accent4>
        <a:srgbClr val="262626"/>
      </a:accent4>
      <a:accent5>
        <a:srgbClr val="EF4A4A"/>
      </a:accent5>
      <a:accent6>
        <a:srgbClr val="262626"/>
      </a:accent6>
      <a:hlink>
        <a:srgbClr val="0000FF"/>
      </a:hlink>
      <a:folHlink>
        <a:srgbClr val="800080"/>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smaple</Template>
  <TotalTime>6265</TotalTime>
  <Words>494</Words>
  <Application>Microsoft Office PowerPoint</Application>
  <PresentationFormat>Widescreen</PresentationFormat>
  <Paragraphs>53</Paragraphs>
  <Slides>7</Slides>
  <Notes>0</Notes>
  <HiddenSlides>0</HiddenSlides>
  <MMClips>0</MMClips>
  <ScaleCrop>false</ScaleCrop>
  <HeadingPairs>
    <vt:vector size="6" baseType="variant">
      <vt:variant>
        <vt:lpstr>Fonts Used</vt:lpstr>
      </vt:variant>
      <vt:variant>
        <vt:i4>6</vt:i4>
      </vt:variant>
      <vt:variant>
        <vt:lpstr>Theme</vt:lpstr>
      </vt:variant>
      <vt:variant>
        <vt:i4>3</vt:i4>
      </vt:variant>
      <vt:variant>
        <vt:lpstr>Slide Titles</vt:lpstr>
      </vt:variant>
      <vt:variant>
        <vt:i4>7</vt:i4>
      </vt:variant>
    </vt:vector>
  </HeadingPairs>
  <TitlesOfParts>
    <vt:vector size="16" baseType="lpstr">
      <vt:lpstr>Arial</vt:lpstr>
      <vt:lpstr>Calibri</vt:lpstr>
      <vt:lpstr>Calibri Light</vt:lpstr>
      <vt:lpstr>Casper</vt:lpstr>
      <vt:lpstr>Raleway ExtraBold</vt:lpstr>
      <vt:lpstr>Times New Roman</vt:lpstr>
      <vt:lpstr>1_Office Theme</vt:lpstr>
      <vt:lpstr>2_Office Theme</vt:lpstr>
      <vt:lpstr>Contents Slide Master</vt:lpstr>
      <vt:lpstr>PowerPoint Presentation</vt:lpstr>
      <vt:lpstr>Outline</vt:lpstr>
      <vt:lpstr>Introduction</vt:lpstr>
      <vt:lpstr>Problem Formulation</vt:lpstr>
      <vt:lpstr>Objectives of the Work</vt:lpstr>
      <vt:lpstr>Proposed Solution</vt:lpstr>
      <vt:lpstr>Empowering Universities for a Healthier Future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Branding</dc:creator>
  <cp:lastModifiedBy>RAJ SINGH</cp:lastModifiedBy>
  <cp:revision>498</cp:revision>
  <dcterms:created xsi:type="dcterms:W3CDTF">2019-01-09T10:33:58Z</dcterms:created>
  <dcterms:modified xsi:type="dcterms:W3CDTF">2026-01-31T11:12:40Z</dcterms:modified>
</cp:coreProperties>
</file>